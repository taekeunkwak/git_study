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7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59AF"/>
    <a:srgbClr val="7C6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2021-12-29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‹#›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8F563C85-90F6-445D-9B5B-8ABB00FB3043}" type="datetimeFigureOut">
              <a:rPr lang="ko-KR" altLang="en-US" smtClean="0"/>
              <a:pPr/>
              <a:t>2021-12-29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0B16B34-ED2F-4269-81E8-097D50C902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57A28-628D-4B56-B193-622F5A74F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235F0-DF94-4F8B-B33F-4550B002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24513-D61C-4157-AD5C-E41746CB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EC54-77E7-4FEA-94D1-0451EFA7AD7C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16210-A05F-426E-B71B-257AD6FF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49AF5A-9F41-482C-8DA3-F80E61A8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9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6B5E1-25AF-4E76-9947-177A8113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06DBD-559D-430C-8E79-5D00388AB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50FF1-E89B-44E2-A536-765E6558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E073A-8971-4EEF-88C6-31BD408A05B2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06D8C-23BB-4601-BE8F-4D31569A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513AC-04C4-467E-81A6-60953FE9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67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1450B-581F-4C5D-984E-16F4557B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CD45B-16BE-4180-BD08-74F656A8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4C443-E7CF-47F8-8BD4-778D4F97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DD4B-519E-4042-9DAE-3260195E999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D11E6-4EC4-4E0E-B875-D2DEDFFE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B129D-C48C-4B94-8F42-BBC9EE4C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7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EBE4C-5757-4DF9-A099-F97CCAA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D3E1E-236F-44D9-AF8F-E3C5F91A3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3ACBE-38A3-4F57-ABE1-F5D7AB418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31C29D-F386-4D4D-90E5-CBBF26E7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3B3-7C75-4C2A-942F-29C23C383D68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9FAC8E-40FF-463D-AA50-3FC9D7BC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E5F84-2DBF-4C8A-A100-82CB84D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0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53585-66AD-400D-B0E2-9656E7C0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C33ADC-8AC1-4893-B8CA-FCB4C0F6E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DFE2AB-CD53-4083-A1D9-21107F216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BF89F-47AA-446E-B634-48BEF266C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B56064-6721-4E46-AC90-817C3B977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4FD54E-B3F2-484A-9795-C9579A46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9268-CC97-49B8-90FB-DD8B794FCAB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D08686-DBF0-40B6-8273-302E7A2A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120F29-A9F9-4BA8-A887-82BBB522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85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668BB-A863-4A7C-927D-CB1C23ED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9B55D-06E5-45DF-8059-34E7EF52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5E721-BA45-40CA-9AD9-5636B2BA092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EBCC43-8C51-4B68-B4B2-4BEBE06F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D5AB32-4C56-48E0-B85C-265529F2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21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30C2DA-EFFD-451C-8A24-70F12B0D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14A7-CA27-4C7E-A9BA-91DE9414EE9C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60C4DE-8C88-477F-AF9F-9A979598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594C0-E824-427A-B6A3-9DF89393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98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50DF9-F428-4B0A-90F7-E1045CC2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FBA4F3-3468-4523-982A-4F7373F94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CEBDE7-04EC-4F50-A116-C7DE658B5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7B3C79-71AB-45A9-8C04-FE10177D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3773-BA1D-4996-8FC5-4900A59D4223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4247F-2871-4B23-89F4-24870EE2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4DF79B-FF97-4875-BC8E-7527B26E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58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31C82-B8D4-43E7-8A45-02B52B8B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BA0240-8536-4014-A00D-2856387DC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379A66-077F-40BD-BAB7-8DA2721B8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948DE5-651B-4879-BE2A-22AE479E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21E1-E875-4383-8957-70C0BE4A1AF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4CF90C-12B8-44CF-B9D4-F3749DC0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89953-06B0-48B9-8559-1FCA62EA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3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3C1C8-015B-4682-B0CD-63F44D5A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CE70BC-4CEF-4330-BFCF-9C7BFEE08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32DB38-08AD-42A7-A315-FAA2612D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1F4B4-223A-486B-973C-5F4977ED1BF2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4E3D1-49F5-4427-803A-EE753050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FDCFC-2E14-4FD7-BC6C-D94599F0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933965-1468-4FEF-A70C-CA8368E2A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01CB79-B8F0-46BD-A0D6-0B8B279DF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3B596-E5F7-4C36-B1B8-3C98A00D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EC01-E2E6-4F4E-B330-55E8C598DB94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93224-E226-4D38-9C38-6DAEEC61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D669B1-F204-4D56-9B4E-F9B61F54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01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C42C3C-D6B2-4F0F-8FA4-9AC03205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6F9FA-D127-43EB-AD29-85E22C4C7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0568B-EC24-4A29-A69E-88DC2A2D2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6142DE9-6E7F-4B7E-B5E9-2E0743C3FD71}" type="datetime1">
              <a:rPr lang="ko-KR" altLang="en-US" smtClean="0"/>
              <a:pPr/>
              <a:t>2021-12-29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02BF02-2189-4601-A843-C54529119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77516-76AD-4976-A6E3-E364F86C8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1D1169E2-93EA-4F50-8F12-231B5AD0A00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202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10577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혼자서 </a:t>
            </a:r>
            <a:r>
              <a:rPr lang="en-US" altLang="ko-KR" dirty="0"/>
              <a:t>Git</a:t>
            </a:r>
            <a:r>
              <a:rPr lang="ko-KR" altLang="en-US" dirty="0"/>
              <a:t>으로 버전 관리하기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Chapter 2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67327" y="3880852"/>
            <a:ext cx="9400674" cy="2387600"/>
          </a:xfrm>
        </p:spPr>
        <p:txBody>
          <a:bodyPr>
            <a:normAutofit/>
          </a:bodyPr>
          <a:lstStyle/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 err="1"/>
              <a:t>DamoaTech</a:t>
            </a:r>
            <a:r>
              <a:rPr lang="en-US" altLang="ko-KR" dirty="0"/>
              <a:t>  </a:t>
            </a:r>
          </a:p>
          <a:p>
            <a:pPr algn="r"/>
            <a:r>
              <a:rPr lang="ko-KR" altLang="en-US" dirty="0"/>
              <a:t>곽태근 연구원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5F392F-73F4-40AD-AB72-4406818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로컬저장소를 </a:t>
            </a:r>
            <a:r>
              <a:rPr lang="ko-KR" altLang="en-US" dirty="0" err="1"/>
              <a:t>소스트리에</a:t>
            </a:r>
            <a:r>
              <a:rPr lang="ko-KR" altLang="en-US" dirty="0"/>
              <a:t> 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로컬저장소를 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소스트리에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불러오기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1FB216-581F-4BA1-90A0-503CA86D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71" y="1812527"/>
            <a:ext cx="4361277" cy="3352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100097-2CF1-4407-A4BF-4F33EF8D5691}"/>
              </a:ext>
            </a:extLst>
          </p:cNvPr>
          <p:cNvSpPr/>
          <p:nvPr/>
        </p:nvSpPr>
        <p:spPr>
          <a:xfrm>
            <a:off x="2552488" y="2103929"/>
            <a:ext cx="291196" cy="3143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68C61D10-E95A-4000-A333-A53DB9FF0EAB}"/>
              </a:ext>
            </a:extLst>
          </p:cNvPr>
          <p:cNvSpPr/>
          <p:nvPr/>
        </p:nvSpPr>
        <p:spPr>
          <a:xfrm>
            <a:off x="2491122" y="2032109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5F81E42-9A34-4D2D-8898-53FA14F2C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961" y="1812527"/>
            <a:ext cx="4361277" cy="3355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39094D6-F3F3-4041-B1B3-6BC698D6F670}"/>
              </a:ext>
            </a:extLst>
          </p:cNvPr>
          <p:cNvSpPr/>
          <p:nvPr/>
        </p:nvSpPr>
        <p:spPr>
          <a:xfrm>
            <a:off x="5576835" y="3185327"/>
            <a:ext cx="633046" cy="733530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4233D4-28CE-435E-A18A-F5D4F571FF3C}"/>
              </a:ext>
            </a:extLst>
          </p:cNvPr>
          <p:cNvSpPr/>
          <p:nvPr/>
        </p:nvSpPr>
        <p:spPr>
          <a:xfrm>
            <a:off x="9497574" y="3246450"/>
            <a:ext cx="490488" cy="1825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557C4635-892D-45BF-BFF8-3B8EC21D2E65}"/>
              </a:ext>
            </a:extLst>
          </p:cNvPr>
          <p:cNvSpPr/>
          <p:nvPr/>
        </p:nvSpPr>
        <p:spPr>
          <a:xfrm>
            <a:off x="9436208" y="3174630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7D756E-4AA8-4EE2-A655-B21A92840CC8}"/>
              </a:ext>
            </a:extLst>
          </p:cNvPr>
          <p:cNvSpPr txBox="1"/>
          <p:nvPr/>
        </p:nvSpPr>
        <p:spPr>
          <a:xfrm>
            <a:off x="978471" y="5303602"/>
            <a:ext cx="98127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Clone  : </a:t>
            </a:r>
            <a:r>
              <a:rPr lang="ko-KR" altLang="en-US" dirty="0"/>
              <a:t>원격저장소를 내 컴퓨터에 받아오고</a:t>
            </a:r>
            <a:r>
              <a:rPr lang="en-US" altLang="ko-KR" dirty="0"/>
              <a:t>(</a:t>
            </a:r>
            <a:r>
              <a:rPr lang="ko-KR" altLang="en-US" dirty="0"/>
              <a:t>로컬저장소 자동 생성됨</a:t>
            </a:r>
            <a:r>
              <a:rPr lang="en-US" altLang="ko-KR" dirty="0"/>
              <a:t>), </a:t>
            </a:r>
            <a:r>
              <a:rPr lang="ko-KR" altLang="en-US" dirty="0" err="1"/>
              <a:t>소스트리에도</a:t>
            </a:r>
            <a:r>
              <a:rPr lang="ko-KR" altLang="en-US" dirty="0"/>
              <a:t> 추가</a:t>
            </a:r>
            <a:endParaRPr lang="en-US" altLang="ko-KR" dirty="0"/>
          </a:p>
          <a:p>
            <a:r>
              <a:rPr lang="en-US" altLang="ko-KR" dirty="0"/>
              <a:t>Add    : </a:t>
            </a:r>
            <a:r>
              <a:rPr lang="ko-KR" altLang="en-US" dirty="0"/>
              <a:t>내 컴퓨터에서 이미 만든 로컬저장소를 </a:t>
            </a:r>
            <a:r>
              <a:rPr lang="ko-KR" altLang="en-US" dirty="0" err="1"/>
              <a:t>소스트리에</a:t>
            </a:r>
            <a:r>
              <a:rPr lang="ko-KR" altLang="en-US" dirty="0"/>
              <a:t> 추가</a:t>
            </a:r>
            <a:endParaRPr lang="en-US" altLang="ko-KR" dirty="0"/>
          </a:p>
          <a:p>
            <a:r>
              <a:rPr lang="en-US" altLang="ko-KR" dirty="0"/>
              <a:t>Create : </a:t>
            </a:r>
            <a:r>
              <a:rPr lang="ko-KR" altLang="en-US" dirty="0"/>
              <a:t>내 컴퓨터의 폴더에 새로운 로컬저장소 생성하기</a:t>
            </a:r>
            <a:r>
              <a:rPr lang="en-US" altLang="ko-KR" dirty="0"/>
              <a:t>(git </a:t>
            </a:r>
            <a:r>
              <a:rPr lang="en-US" altLang="ko-KR" dirty="0" err="1"/>
              <a:t>init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52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로컬저장소를 </a:t>
            </a:r>
            <a:r>
              <a:rPr lang="ko-KR" altLang="en-US" dirty="0" err="1"/>
              <a:t>소스트리에</a:t>
            </a:r>
            <a:r>
              <a:rPr lang="ko-KR" altLang="en-US" dirty="0"/>
              <a:t> 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로컬저장소를 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소스트리에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불러오기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EA9991-8134-41DB-83E1-98159D6E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" y="2154258"/>
            <a:ext cx="4699235" cy="337836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0D8B25-D983-4B09-8715-4F70EA1DB221}"/>
              </a:ext>
            </a:extLst>
          </p:cNvPr>
          <p:cNvSpPr/>
          <p:nvPr/>
        </p:nvSpPr>
        <p:spPr>
          <a:xfrm>
            <a:off x="2123279" y="3152853"/>
            <a:ext cx="517284" cy="1266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73E062C7-A427-4CE9-AFEB-3F2C268CD3A0}"/>
              </a:ext>
            </a:extLst>
          </p:cNvPr>
          <p:cNvSpPr/>
          <p:nvPr/>
        </p:nvSpPr>
        <p:spPr>
          <a:xfrm>
            <a:off x="2061913" y="3081033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B4902F-FE46-4095-B493-05C902F4BA6D}"/>
              </a:ext>
            </a:extLst>
          </p:cNvPr>
          <p:cNvSpPr/>
          <p:nvPr/>
        </p:nvSpPr>
        <p:spPr>
          <a:xfrm>
            <a:off x="4407158" y="5311335"/>
            <a:ext cx="570157" cy="1536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9B16C71D-9AA3-4AC2-BE0D-4E91FDE35EC1}"/>
              </a:ext>
            </a:extLst>
          </p:cNvPr>
          <p:cNvSpPr/>
          <p:nvPr/>
        </p:nvSpPr>
        <p:spPr>
          <a:xfrm>
            <a:off x="4345793" y="523951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BE5D79B-FC94-42B4-A441-0F448502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924" y="2040996"/>
            <a:ext cx="4699235" cy="36048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952E53B8-D22E-4208-A981-D98FB386D589}"/>
              </a:ext>
            </a:extLst>
          </p:cNvPr>
          <p:cNvSpPr/>
          <p:nvPr/>
        </p:nvSpPr>
        <p:spPr>
          <a:xfrm>
            <a:off x="5773962" y="3476677"/>
            <a:ext cx="633046" cy="733530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CFF925-C66A-4502-9A5F-D016A0AD2A2E}"/>
              </a:ext>
            </a:extLst>
          </p:cNvPr>
          <p:cNvSpPr/>
          <p:nvPr/>
        </p:nvSpPr>
        <p:spPr>
          <a:xfrm>
            <a:off x="6785475" y="4643962"/>
            <a:ext cx="570157" cy="2033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9CC75407-813F-40AB-ABAA-1D7EAC947E59}"/>
              </a:ext>
            </a:extLst>
          </p:cNvPr>
          <p:cNvSpPr/>
          <p:nvPr/>
        </p:nvSpPr>
        <p:spPr>
          <a:xfrm>
            <a:off x="6724110" y="4572142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14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로컬저장소를 </a:t>
            </a:r>
            <a:r>
              <a:rPr lang="ko-KR" altLang="en-US" dirty="0" err="1"/>
              <a:t>소스트리에</a:t>
            </a:r>
            <a:r>
              <a:rPr lang="ko-KR" altLang="en-US" dirty="0"/>
              <a:t> 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로컬저장소를 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소스트리에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불러오기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702255-7D30-47E1-BA73-B7F38FDA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392" y="1852054"/>
            <a:ext cx="7950751" cy="25265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040DA9-85FD-4997-91E6-E4BD524B229E}"/>
              </a:ext>
            </a:extLst>
          </p:cNvPr>
          <p:cNvSpPr/>
          <p:nvPr/>
        </p:nvSpPr>
        <p:spPr>
          <a:xfrm>
            <a:off x="1343501" y="2960783"/>
            <a:ext cx="389766" cy="2266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F610C0EA-4782-47FE-AD2D-4EE0903E9B7E}"/>
              </a:ext>
            </a:extLst>
          </p:cNvPr>
          <p:cNvSpPr/>
          <p:nvPr/>
        </p:nvSpPr>
        <p:spPr>
          <a:xfrm>
            <a:off x="1282135" y="2888963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A73975-989A-40A3-9C6F-07264CF177CC}"/>
              </a:ext>
            </a:extLst>
          </p:cNvPr>
          <p:cNvSpPr/>
          <p:nvPr/>
        </p:nvSpPr>
        <p:spPr>
          <a:xfrm>
            <a:off x="2457849" y="2847474"/>
            <a:ext cx="6553293" cy="9580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EF9073F4-9290-4F4B-A761-8ACD7C26E740}"/>
              </a:ext>
            </a:extLst>
          </p:cNvPr>
          <p:cNvSpPr/>
          <p:nvPr/>
        </p:nvSpPr>
        <p:spPr>
          <a:xfrm>
            <a:off x="2396484" y="277565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3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소스트리로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만들고 </a:t>
            </a:r>
            <a:r>
              <a:rPr lang="ko-KR" altLang="en-US" dirty="0" err="1"/>
              <a:t>푸시하기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비주얼 스튜디오 코드로 파일 만들고 수정하기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201570-A16A-4F27-9D16-976CAE2F2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61" y="2366511"/>
            <a:ext cx="4796280" cy="244637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078DC4-904E-4C15-80B8-F88A16BB1137}"/>
              </a:ext>
            </a:extLst>
          </p:cNvPr>
          <p:cNvSpPr/>
          <p:nvPr/>
        </p:nvSpPr>
        <p:spPr>
          <a:xfrm>
            <a:off x="1008797" y="2602484"/>
            <a:ext cx="222530" cy="2417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786C0FA-7CE3-439E-961B-84713755B64B}"/>
              </a:ext>
            </a:extLst>
          </p:cNvPr>
          <p:cNvSpPr/>
          <p:nvPr/>
        </p:nvSpPr>
        <p:spPr>
          <a:xfrm>
            <a:off x="931147" y="254935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8C5DEA4-D52C-4B7C-97A3-2DF548089DDC}"/>
              </a:ext>
            </a:extLst>
          </p:cNvPr>
          <p:cNvSpPr/>
          <p:nvPr/>
        </p:nvSpPr>
        <p:spPr>
          <a:xfrm>
            <a:off x="1440801" y="3269719"/>
            <a:ext cx="1479681" cy="1592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83088991-CBD3-4652-8022-9148BDFDC144}"/>
              </a:ext>
            </a:extLst>
          </p:cNvPr>
          <p:cNvSpPr/>
          <p:nvPr/>
        </p:nvSpPr>
        <p:spPr>
          <a:xfrm>
            <a:off x="1381969" y="3170489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54CA46D-CBC6-4E4A-81C9-4D3FAF7F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99" y="1884482"/>
            <a:ext cx="4648250" cy="3410436"/>
          </a:xfrm>
          <a:prstGeom prst="rect">
            <a:avLst/>
          </a:prstGeom>
        </p:spPr>
      </p:pic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2E3E0C3-5277-4E01-BCC0-0AC38B69F728}"/>
              </a:ext>
            </a:extLst>
          </p:cNvPr>
          <p:cNvSpPr/>
          <p:nvPr/>
        </p:nvSpPr>
        <p:spPr>
          <a:xfrm>
            <a:off x="5900402" y="3062235"/>
            <a:ext cx="633046" cy="733530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4713E1-9E7C-4CC6-AD3F-B8D382773F92}"/>
              </a:ext>
            </a:extLst>
          </p:cNvPr>
          <p:cNvSpPr/>
          <p:nvPr/>
        </p:nvSpPr>
        <p:spPr>
          <a:xfrm>
            <a:off x="7725675" y="2888170"/>
            <a:ext cx="560813" cy="1258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5B55EF4F-5989-44A9-95EC-A6B9363A4A01}"/>
              </a:ext>
            </a:extLst>
          </p:cNvPr>
          <p:cNvSpPr/>
          <p:nvPr/>
        </p:nvSpPr>
        <p:spPr>
          <a:xfrm>
            <a:off x="7666843" y="281551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D9196C-5554-4172-BA74-1E4BC2DA5471}"/>
              </a:ext>
            </a:extLst>
          </p:cNvPr>
          <p:cNvSpPr/>
          <p:nvPr/>
        </p:nvSpPr>
        <p:spPr>
          <a:xfrm>
            <a:off x="9930810" y="5069060"/>
            <a:ext cx="584790" cy="1903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6A9A8930-7E53-4AED-AFCD-98B8C008E99E}"/>
              </a:ext>
            </a:extLst>
          </p:cNvPr>
          <p:cNvSpPr/>
          <p:nvPr/>
        </p:nvSpPr>
        <p:spPr>
          <a:xfrm>
            <a:off x="9871978" y="499640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59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소스트리로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만들고 </a:t>
            </a:r>
            <a:r>
              <a:rPr lang="ko-KR" altLang="en-US" dirty="0" err="1"/>
              <a:t>푸시하기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비주얼 스튜디오 코드로 파일 만들고 수정하기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35A11F-752D-4F41-A639-9C5497E7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45" y="1607639"/>
            <a:ext cx="4546481" cy="336557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A957EA-8800-4CE5-8037-9FC0B15A9051}"/>
              </a:ext>
            </a:extLst>
          </p:cNvPr>
          <p:cNvSpPr/>
          <p:nvPr/>
        </p:nvSpPr>
        <p:spPr>
          <a:xfrm>
            <a:off x="2484982" y="2064603"/>
            <a:ext cx="171577" cy="2027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4C5CA500-1BEB-4CC7-9F76-EC7382702088}"/>
              </a:ext>
            </a:extLst>
          </p:cNvPr>
          <p:cNvSpPr/>
          <p:nvPr/>
        </p:nvSpPr>
        <p:spPr>
          <a:xfrm>
            <a:off x="2426150" y="199194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42F1D9-805C-453D-9735-A6B733C631F4}"/>
              </a:ext>
            </a:extLst>
          </p:cNvPr>
          <p:cNvSpPr/>
          <p:nvPr/>
        </p:nvSpPr>
        <p:spPr>
          <a:xfrm>
            <a:off x="1543927" y="2267339"/>
            <a:ext cx="592982" cy="1258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B6DC9519-C306-4BE6-9261-9A46DA47D024}"/>
              </a:ext>
            </a:extLst>
          </p:cNvPr>
          <p:cNvSpPr/>
          <p:nvPr/>
        </p:nvSpPr>
        <p:spPr>
          <a:xfrm>
            <a:off x="1447737" y="2178880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16C05CA-F567-49E2-BD2F-AC720A230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113" y="1607638"/>
            <a:ext cx="5428942" cy="3365577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156891E7-56AD-4429-BB29-75ED3AECA79B}"/>
              </a:ext>
            </a:extLst>
          </p:cNvPr>
          <p:cNvSpPr/>
          <p:nvPr/>
        </p:nvSpPr>
        <p:spPr>
          <a:xfrm>
            <a:off x="9170147" y="2373604"/>
            <a:ext cx="1233485" cy="4133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C27E63D0-6B84-4A5C-ADE0-3B56E66DD441}"/>
              </a:ext>
            </a:extLst>
          </p:cNvPr>
          <p:cNvSpPr/>
          <p:nvPr/>
        </p:nvSpPr>
        <p:spPr>
          <a:xfrm>
            <a:off x="9111315" y="231532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C3BC80-E4EB-4498-9BCA-E9B385FF770A}"/>
              </a:ext>
            </a:extLst>
          </p:cNvPr>
          <p:cNvSpPr txBox="1"/>
          <p:nvPr/>
        </p:nvSpPr>
        <p:spPr>
          <a:xfrm>
            <a:off x="978471" y="5303602"/>
            <a:ext cx="98127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‘md’ </a:t>
            </a:r>
            <a:r>
              <a:rPr lang="ko-KR" altLang="en-US" dirty="0"/>
              <a:t>확장자가 무엇인가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‘md’ </a:t>
            </a:r>
            <a:r>
              <a:rPr lang="ko-KR" altLang="en-US" dirty="0"/>
              <a:t>확장자도 </a:t>
            </a:r>
            <a:r>
              <a:rPr lang="en-US" altLang="ko-KR" dirty="0"/>
              <a:t>‘txt’ </a:t>
            </a:r>
            <a:r>
              <a:rPr lang="ko-KR" altLang="en-US" dirty="0"/>
              <a:t>확장자와 동일하게 텍스트 문서를 적기 위한 파일이다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‘md’ </a:t>
            </a:r>
            <a:r>
              <a:rPr lang="ko-KR" altLang="en-US" dirty="0"/>
              <a:t>확장자 문서를 마크다운 문서라고 말하며 문법을 사용하여 제목을 설정할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505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소스트리로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만들고 </a:t>
            </a:r>
            <a:r>
              <a:rPr lang="ko-KR" altLang="en-US" dirty="0" err="1"/>
              <a:t>푸시하기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비주얼 스튜디오 코드로 파일 만들고 수정하기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87E7B1-6B2F-4BCB-9B98-649F68CBD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6" y="1568419"/>
            <a:ext cx="5469467" cy="336747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C3F9583-35B2-4D67-9D99-45996864D2D2}"/>
              </a:ext>
            </a:extLst>
          </p:cNvPr>
          <p:cNvSpPr/>
          <p:nvPr/>
        </p:nvSpPr>
        <p:spPr>
          <a:xfrm>
            <a:off x="1332433" y="2205654"/>
            <a:ext cx="804277" cy="1401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EBB89002-E2CB-48B6-9CBB-FDFBDC80A637}"/>
              </a:ext>
            </a:extLst>
          </p:cNvPr>
          <p:cNvSpPr/>
          <p:nvPr/>
        </p:nvSpPr>
        <p:spPr>
          <a:xfrm>
            <a:off x="1273601" y="214737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773EA9-C1C6-4C51-8E27-58F27FC0BC6F}"/>
              </a:ext>
            </a:extLst>
          </p:cNvPr>
          <p:cNvSpPr/>
          <p:nvPr/>
        </p:nvSpPr>
        <p:spPr>
          <a:xfrm>
            <a:off x="3141489" y="2007191"/>
            <a:ext cx="1663776" cy="7173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2470F77C-8F04-4C04-9B3A-C7C54A041032}"/>
              </a:ext>
            </a:extLst>
          </p:cNvPr>
          <p:cNvSpPr/>
          <p:nvPr/>
        </p:nvSpPr>
        <p:spPr>
          <a:xfrm>
            <a:off x="3082657" y="1948912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9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56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소스트리로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만들고 </a:t>
            </a:r>
            <a:r>
              <a:rPr lang="ko-KR" altLang="en-US" dirty="0" err="1"/>
              <a:t>푸시하기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 err="1"/>
              <a:t>소스트리에서</a:t>
            </a:r>
            <a:r>
              <a:rPr lang="ko-KR" altLang="en-US" sz="2000" dirty="0"/>
              <a:t> 파일을 선택</a:t>
            </a:r>
            <a:r>
              <a:rPr lang="en-US" altLang="ko-KR" sz="2000" dirty="0"/>
              <a:t>(add)</a:t>
            </a:r>
            <a:r>
              <a:rPr lang="ko-KR" altLang="en-US" sz="2000" dirty="0"/>
              <a:t>하고 </a:t>
            </a:r>
            <a:r>
              <a:rPr lang="ko-KR" altLang="en-US" sz="2000" dirty="0" err="1"/>
              <a:t>커밋</a:t>
            </a:r>
            <a:r>
              <a:rPr lang="en-US" altLang="ko-KR" sz="2000" dirty="0"/>
              <a:t>(commit)</a:t>
            </a:r>
            <a:r>
              <a:rPr lang="ko-KR" altLang="en-US" sz="2000" dirty="0"/>
              <a:t>으로 만들기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1C72F3-1EF4-4C69-8DD6-C03150484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90" y="1628278"/>
            <a:ext cx="4975422" cy="36341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891F6-6C0B-4F5D-A4D9-1382444956D2}"/>
              </a:ext>
            </a:extLst>
          </p:cNvPr>
          <p:cNvSpPr/>
          <p:nvPr/>
        </p:nvSpPr>
        <p:spPr>
          <a:xfrm>
            <a:off x="2102841" y="2242976"/>
            <a:ext cx="966930" cy="1401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C072667B-3EBF-4B4D-A3D0-ED7F3F57C0A1}"/>
              </a:ext>
            </a:extLst>
          </p:cNvPr>
          <p:cNvSpPr/>
          <p:nvPr/>
        </p:nvSpPr>
        <p:spPr>
          <a:xfrm>
            <a:off x="2044009" y="2184696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2B02B9-292E-43D7-9D84-FEE867D0FB23}"/>
              </a:ext>
            </a:extLst>
          </p:cNvPr>
          <p:cNvSpPr/>
          <p:nvPr/>
        </p:nvSpPr>
        <p:spPr>
          <a:xfrm>
            <a:off x="1809560" y="4660595"/>
            <a:ext cx="467110" cy="3126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01A914D1-96BE-4BDA-A3B7-13E502C30BE0}"/>
              </a:ext>
            </a:extLst>
          </p:cNvPr>
          <p:cNvSpPr/>
          <p:nvPr/>
        </p:nvSpPr>
        <p:spPr>
          <a:xfrm>
            <a:off x="1750727" y="460231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12DE65-2227-4ABB-8A30-D8C803209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02" y="1628277"/>
            <a:ext cx="5234222" cy="36341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4ACC04-B78D-43A9-A356-57E39955610B}"/>
              </a:ext>
            </a:extLst>
          </p:cNvPr>
          <p:cNvSpPr/>
          <p:nvPr/>
        </p:nvSpPr>
        <p:spPr>
          <a:xfrm>
            <a:off x="6038735" y="1978339"/>
            <a:ext cx="371396" cy="3397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47B4BCF0-5D4B-4D54-A42C-0644072BC4B0}"/>
              </a:ext>
            </a:extLst>
          </p:cNvPr>
          <p:cNvSpPr/>
          <p:nvPr/>
        </p:nvSpPr>
        <p:spPr>
          <a:xfrm>
            <a:off x="5979902" y="1920060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BDC6BF-14A0-4935-BECF-9CABBBDF045A}"/>
              </a:ext>
            </a:extLst>
          </p:cNvPr>
          <p:cNvSpPr/>
          <p:nvPr/>
        </p:nvSpPr>
        <p:spPr>
          <a:xfrm>
            <a:off x="8669433" y="2923842"/>
            <a:ext cx="941098" cy="1401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61365475-90DB-45B1-A082-F6C588C3E7FB}"/>
              </a:ext>
            </a:extLst>
          </p:cNvPr>
          <p:cNvSpPr/>
          <p:nvPr/>
        </p:nvSpPr>
        <p:spPr>
          <a:xfrm>
            <a:off x="8610600" y="2865562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969C40-B454-46AF-9008-E9A24050727A}"/>
              </a:ext>
            </a:extLst>
          </p:cNvPr>
          <p:cNvSpPr/>
          <p:nvPr/>
        </p:nvSpPr>
        <p:spPr>
          <a:xfrm>
            <a:off x="8668680" y="2360974"/>
            <a:ext cx="251385" cy="1394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순서도: 연결자 27">
            <a:extLst>
              <a:ext uri="{FF2B5EF4-FFF2-40B4-BE49-F238E27FC236}">
                <a16:creationId xmlns:a16="http://schemas.microsoft.com/office/drawing/2014/main" id="{8A613854-B44D-4281-A5A4-7CF8F264807D}"/>
              </a:ext>
            </a:extLst>
          </p:cNvPr>
          <p:cNvSpPr/>
          <p:nvPr/>
        </p:nvSpPr>
        <p:spPr>
          <a:xfrm>
            <a:off x="8609847" y="230269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E82CD4-7B26-4F05-9EBD-C822A9FB8604}"/>
              </a:ext>
            </a:extLst>
          </p:cNvPr>
          <p:cNvSpPr/>
          <p:nvPr/>
        </p:nvSpPr>
        <p:spPr>
          <a:xfrm>
            <a:off x="10382440" y="4663539"/>
            <a:ext cx="164921" cy="3096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1D81E918-CFDE-4991-8006-3ED6A4A79BA0}"/>
              </a:ext>
            </a:extLst>
          </p:cNvPr>
          <p:cNvSpPr/>
          <p:nvPr/>
        </p:nvSpPr>
        <p:spPr>
          <a:xfrm>
            <a:off x="10323607" y="4605259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694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소스트리로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만들고 </a:t>
            </a:r>
            <a:r>
              <a:rPr lang="ko-KR" altLang="en-US" dirty="0" err="1"/>
              <a:t>푸시하기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 err="1"/>
              <a:t>소스트리에서</a:t>
            </a:r>
            <a:r>
              <a:rPr lang="ko-KR" altLang="en-US" sz="2000" dirty="0"/>
              <a:t> 파일을 선택</a:t>
            </a:r>
            <a:r>
              <a:rPr lang="en-US" altLang="ko-KR" sz="2000" dirty="0"/>
              <a:t>(add)</a:t>
            </a:r>
            <a:r>
              <a:rPr lang="ko-KR" altLang="en-US" sz="2000" dirty="0"/>
              <a:t>하고 </a:t>
            </a:r>
            <a:r>
              <a:rPr lang="ko-KR" altLang="en-US" sz="2000" dirty="0" err="1"/>
              <a:t>커밋</a:t>
            </a:r>
            <a:r>
              <a:rPr lang="en-US" altLang="ko-KR" sz="2000" dirty="0"/>
              <a:t>(commit)</a:t>
            </a:r>
            <a:r>
              <a:rPr lang="ko-KR" altLang="en-US" sz="2000" dirty="0"/>
              <a:t>으로 만들기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7B3C35-F498-43D7-A10F-A6DCAD56E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22" y="1698171"/>
            <a:ext cx="6197382" cy="41707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274ABF-2EF9-4BA5-B74B-63D1E00557DD}"/>
              </a:ext>
            </a:extLst>
          </p:cNvPr>
          <p:cNvSpPr/>
          <p:nvPr/>
        </p:nvSpPr>
        <p:spPr>
          <a:xfrm>
            <a:off x="2453619" y="3075135"/>
            <a:ext cx="830757" cy="3538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084D965E-B950-42A6-93D4-5061406C1F56}"/>
              </a:ext>
            </a:extLst>
          </p:cNvPr>
          <p:cNvSpPr/>
          <p:nvPr/>
        </p:nvSpPr>
        <p:spPr>
          <a:xfrm>
            <a:off x="2394786" y="301685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58BD1E0-EFBC-456D-9539-B809AC807EF0}"/>
              </a:ext>
            </a:extLst>
          </p:cNvPr>
          <p:cNvSpPr/>
          <p:nvPr/>
        </p:nvSpPr>
        <p:spPr>
          <a:xfrm>
            <a:off x="2703058" y="5218109"/>
            <a:ext cx="1075840" cy="2123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253FDC74-73C7-4F56-8547-1960B477D71B}"/>
              </a:ext>
            </a:extLst>
          </p:cNvPr>
          <p:cNvSpPr/>
          <p:nvPr/>
        </p:nvSpPr>
        <p:spPr>
          <a:xfrm>
            <a:off x="2644225" y="5159829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149DE07-959D-4143-A6DF-805FB63CE3C7}"/>
              </a:ext>
            </a:extLst>
          </p:cNvPr>
          <p:cNvSpPr/>
          <p:nvPr/>
        </p:nvSpPr>
        <p:spPr>
          <a:xfrm>
            <a:off x="6594543" y="5655671"/>
            <a:ext cx="487391" cy="1401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E12BACB7-3526-410B-BA0B-366C7C0C86DB}"/>
              </a:ext>
            </a:extLst>
          </p:cNvPr>
          <p:cNvSpPr/>
          <p:nvPr/>
        </p:nvSpPr>
        <p:spPr>
          <a:xfrm>
            <a:off x="6535710" y="559739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9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10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소스트리로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만들고 </a:t>
            </a:r>
            <a:r>
              <a:rPr lang="ko-KR" altLang="en-US" dirty="0" err="1"/>
              <a:t>푸시하기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 err="1"/>
              <a:t>소스트리에서</a:t>
            </a:r>
            <a:r>
              <a:rPr lang="ko-KR" altLang="en-US" sz="2000" dirty="0"/>
              <a:t> 파일을 선택</a:t>
            </a:r>
            <a:r>
              <a:rPr lang="en-US" altLang="ko-KR" sz="2000" dirty="0"/>
              <a:t>(add)</a:t>
            </a:r>
            <a:r>
              <a:rPr lang="ko-KR" altLang="en-US" sz="2000" dirty="0"/>
              <a:t>하고 </a:t>
            </a:r>
            <a:r>
              <a:rPr lang="ko-KR" altLang="en-US" sz="2000" dirty="0" err="1"/>
              <a:t>커밋</a:t>
            </a:r>
            <a:r>
              <a:rPr lang="en-US" altLang="ko-KR" sz="2000" dirty="0"/>
              <a:t>(commit)</a:t>
            </a:r>
            <a:r>
              <a:rPr lang="ko-KR" altLang="en-US" sz="2000" dirty="0"/>
              <a:t>으로 만들기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649486-4750-4191-AB8F-0DE357129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570" y="1596577"/>
            <a:ext cx="6960790" cy="46735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3003D0-ABFA-436F-B7D6-57AC8D2D75F3}"/>
              </a:ext>
            </a:extLst>
          </p:cNvPr>
          <p:cNvSpPr/>
          <p:nvPr/>
        </p:nvSpPr>
        <p:spPr>
          <a:xfrm>
            <a:off x="1042209" y="2586877"/>
            <a:ext cx="702615" cy="128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E52B11-3E9D-4526-B757-3211FF127D73}"/>
              </a:ext>
            </a:extLst>
          </p:cNvPr>
          <p:cNvSpPr/>
          <p:nvPr/>
        </p:nvSpPr>
        <p:spPr>
          <a:xfrm>
            <a:off x="2575541" y="2458546"/>
            <a:ext cx="1278002" cy="128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왼쪽 7">
            <a:extLst>
              <a:ext uri="{FF2B5EF4-FFF2-40B4-BE49-F238E27FC236}">
                <a16:creationId xmlns:a16="http://schemas.microsoft.com/office/drawing/2014/main" id="{27861DC1-7987-4904-B224-E6F5C208E179}"/>
              </a:ext>
            </a:extLst>
          </p:cNvPr>
          <p:cNvSpPr/>
          <p:nvPr/>
        </p:nvSpPr>
        <p:spPr>
          <a:xfrm>
            <a:off x="3764202" y="2823450"/>
            <a:ext cx="457200" cy="256662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왼쪽 19">
            <a:extLst>
              <a:ext uri="{FF2B5EF4-FFF2-40B4-BE49-F238E27FC236}">
                <a16:creationId xmlns:a16="http://schemas.microsoft.com/office/drawing/2014/main" id="{3C39B227-859B-44D7-A9EB-98FC4C0F2E6D}"/>
              </a:ext>
            </a:extLst>
          </p:cNvPr>
          <p:cNvSpPr/>
          <p:nvPr/>
        </p:nvSpPr>
        <p:spPr>
          <a:xfrm>
            <a:off x="3862874" y="2374556"/>
            <a:ext cx="457200" cy="256662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2F1BA3-9A1A-4F40-A0CA-911DDA35F607}"/>
              </a:ext>
            </a:extLst>
          </p:cNvPr>
          <p:cNvSpPr/>
          <p:nvPr/>
        </p:nvSpPr>
        <p:spPr>
          <a:xfrm>
            <a:off x="4416823" y="2374556"/>
            <a:ext cx="1157440" cy="2664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ysClr val="windowText" lastClr="000000"/>
                </a:solidFill>
              </a:rPr>
              <a:t>로컬저장소 버전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F13CEE-9240-437D-B806-5E486166B2BE}"/>
              </a:ext>
            </a:extLst>
          </p:cNvPr>
          <p:cNvSpPr/>
          <p:nvPr/>
        </p:nvSpPr>
        <p:spPr>
          <a:xfrm>
            <a:off x="4320074" y="2825093"/>
            <a:ext cx="1157440" cy="2664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원격저장소 버전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3ECE8D-7189-4EEF-90F0-C10852662C66}"/>
              </a:ext>
            </a:extLst>
          </p:cNvPr>
          <p:cNvSpPr/>
          <p:nvPr/>
        </p:nvSpPr>
        <p:spPr>
          <a:xfrm>
            <a:off x="2584872" y="2891017"/>
            <a:ext cx="1175365" cy="128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77D74F-140F-400A-9688-45267DAAA4DA}"/>
              </a:ext>
            </a:extLst>
          </p:cNvPr>
          <p:cNvSpPr/>
          <p:nvPr/>
        </p:nvSpPr>
        <p:spPr>
          <a:xfrm>
            <a:off x="5019870" y="4432041"/>
            <a:ext cx="2830841" cy="10356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4D4723-60B6-4312-B067-F77CC5ADA2FD}"/>
              </a:ext>
            </a:extLst>
          </p:cNvPr>
          <p:cNvSpPr/>
          <p:nvPr/>
        </p:nvSpPr>
        <p:spPr>
          <a:xfrm>
            <a:off x="2127380" y="4603102"/>
            <a:ext cx="2892490" cy="5287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007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87521F65-3D68-4E09-974F-9242D513E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39" y="1645645"/>
            <a:ext cx="5963605" cy="45692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소스트리로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만들고 </a:t>
            </a:r>
            <a:r>
              <a:rPr lang="ko-KR" altLang="en-US" dirty="0" err="1"/>
              <a:t>푸시하기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 err="1"/>
              <a:t>소스트리에서</a:t>
            </a:r>
            <a:r>
              <a:rPr lang="ko-KR" altLang="en-US" sz="2000" dirty="0"/>
              <a:t> 파일을 선택</a:t>
            </a:r>
            <a:r>
              <a:rPr lang="en-US" altLang="ko-KR" sz="2000" dirty="0"/>
              <a:t>(add)</a:t>
            </a:r>
            <a:r>
              <a:rPr lang="ko-KR" altLang="en-US" sz="2000" dirty="0"/>
              <a:t>하고 </a:t>
            </a:r>
            <a:r>
              <a:rPr lang="ko-KR" altLang="en-US" sz="2000" dirty="0" err="1"/>
              <a:t>커밋</a:t>
            </a:r>
            <a:r>
              <a:rPr lang="en-US" altLang="ko-KR" sz="2000" dirty="0"/>
              <a:t>(commit)</a:t>
            </a:r>
            <a:r>
              <a:rPr lang="ko-KR" altLang="en-US" sz="2000" dirty="0"/>
              <a:t>으로 만들기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EB120C-D2AB-4492-BB9B-8C84FEE18384}"/>
              </a:ext>
            </a:extLst>
          </p:cNvPr>
          <p:cNvSpPr/>
          <p:nvPr/>
        </p:nvSpPr>
        <p:spPr>
          <a:xfrm>
            <a:off x="1916228" y="2028372"/>
            <a:ext cx="285796" cy="3322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88851A69-690A-4912-A4BB-D8CB51CE2E82}"/>
              </a:ext>
            </a:extLst>
          </p:cNvPr>
          <p:cNvSpPr/>
          <p:nvPr/>
        </p:nvSpPr>
        <p:spPr>
          <a:xfrm>
            <a:off x="1857396" y="1970092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BAA202-02F9-49EF-A7C3-13A7B79FDEAE}"/>
              </a:ext>
            </a:extLst>
          </p:cNvPr>
          <p:cNvSpPr/>
          <p:nvPr/>
        </p:nvSpPr>
        <p:spPr>
          <a:xfrm>
            <a:off x="1548102" y="3336805"/>
            <a:ext cx="653922" cy="1370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0602B079-7151-4A46-ACD5-96DE9F47C956}"/>
              </a:ext>
            </a:extLst>
          </p:cNvPr>
          <p:cNvSpPr/>
          <p:nvPr/>
        </p:nvSpPr>
        <p:spPr>
          <a:xfrm>
            <a:off x="1489270" y="326874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9147AC-1AA9-4055-949F-2A93D5E42C8A}"/>
              </a:ext>
            </a:extLst>
          </p:cNvPr>
          <p:cNvSpPr/>
          <p:nvPr/>
        </p:nvSpPr>
        <p:spPr>
          <a:xfrm>
            <a:off x="5582037" y="4254315"/>
            <a:ext cx="436208" cy="1304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314BD7B7-8710-4FCB-A28B-68534D1BBEB7}"/>
              </a:ext>
            </a:extLst>
          </p:cNvPr>
          <p:cNvSpPr/>
          <p:nvPr/>
        </p:nvSpPr>
        <p:spPr>
          <a:xfrm>
            <a:off x="5523205" y="418625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6191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CA034-6693-417F-9C39-21E66B49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C8A55-6E54-457F-ADF8-CC0D4E187917}"/>
              </a:ext>
            </a:extLst>
          </p:cNvPr>
          <p:cNvSpPr txBox="1"/>
          <p:nvPr/>
        </p:nvSpPr>
        <p:spPr>
          <a:xfrm>
            <a:off x="801872" y="2921168"/>
            <a:ext cx="10588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수고하셨습니다</a:t>
            </a:r>
            <a:r>
              <a:rPr lang="en-US" altLang="ko-KR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sz="6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442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2506</TotalTime>
  <Words>245</Words>
  <Application>Microsoft Office PowerPoint</Application>
  <PresentationFormat>와이드스크린</PresentationFormat>
  <Paragraphs>76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넥슨Lv2고딕 Medium</vt:lpstr>
      <vt:lpstr>맑은 고딕</vt:lpstr>
      <vt:lpstr>Arial</vt:lpstr>
      <vt:lpstr>Office 테마</vt:lpstr>
      <vt:lpstr>혼자서 Git으로 버전 관리하기  Chapter 2</vt:lpstr>
      <vt:lpstr>로컬저장소를 소스트리에 불러오기</vt:lpstr>
      <vt:lpstr>로컬저장소를 소스트리에 불러오기</vt:lpstr>
      <vt:lpstr>로컬저장소를 소스트리에 불러오기</vt:lpstr>
      <vt:lpstr>소스트리로 커밋 만들고 푸시하기</vt:lpstr>
      <vt:lpstr>소스트리로 커밋 만들고 푸시하기</vt:lpstr>
      <vt:lpstr>소스트리로 커밋 만들고 푸시하기</vt:lpstr>
      <vt:lpstr>소스트리로 커밋 만들고 푸시하기</vt:lpstr>
      <vt:lpstr>소스트리로 커밋 만들고 푸시하기</vt:lpstr>
      <vt:lpstr>소스트리로 커밋 만들고 푸시하기</vt:lpstr>
      <vt:lpstr>소스트리로 커밋 만들고 푸시하기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Kwak TaeKeun</cp:lastModifiedBy>
  <cp:revision>16</cp:revision>
  <dcterms:modified xsi:type="dcterms:W3CDTF">2021-12-29T05:04:27Z</dcterms:modified>
</cp:coreProperties>
</file>