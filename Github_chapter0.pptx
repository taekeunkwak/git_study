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90" r:id="rId19"/>
    <p:sldId id="289" r:id="rId20"/>
    <p:sldId id="273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59AF"/>
    <a:srgbClr val="7C6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1" autoAdjust="0"/>
    <p:restoredTop sz="94660"/>
  </p:normalViewPr>
  <p:slideViewPr>
    <p:cSldViewPr snapToGrid="0">
      <p:cViewPr varScale="1">
        <p:scale>
          <a:sx n="90" d="100"/>
          <a:sy n="90" d="100"/>
        </p:scale>
        <p:origin x="90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2021-12-23</a:t>
            </a:fld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‹#›</a:t>
            </a:fld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8F563C85-90F6-445D-9B5B-8ABB00FB3043}" type="datetimeFigureOut">
              <a:rPr lang="ko-KR" altLang="en-US" smtClean="0"/>
              <a:pPr/>
              <a:t>2021-12-23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20B16B34-ED2F-4269-81E8-097D50C9027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57A28-628D-4B56-B193-622F5A74F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2235F0-DF94-4F8B-B33F-4550B002C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324513-D61C-4157-AD5C-E41746CB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EC54-77E7-4FEA-94D1-0451EFA7AD7C}" type="datetime1">
              <a:rPr lang="ko-KR" altLang="en-US" smtClean="0"/>
              <a:t>2021-12-23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A16210-A05F-426E-B71B-257AD6FF3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49AF5A-9F41-482C-8DA3-F80E61A8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792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6B5E1-25AF-4E76-9947-177A8113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406DBD-559D-430C-8E79-5D00388AB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50FF1-E89B-44E2-A536-765E65582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E073A-8971-4EEF-88C6-31BD408A05B2}" type="datetime1">
              <a:rPr lang="ko-KR" altLang="en-US" smtClean="0"/>
              <a:t>2021-12-23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506D8C-23BB-4601-BE8F-4D31569A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D513AC-04C4-467E-81A6-60953FE9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67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1450B-581F-4C5D-984E-16F4557B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5CD45B-16BE-4180-BD08-74F656A8E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44C443-E7CF-47F8-8BD4-778D4F970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DD4B-519E-4042-9DAE-3260195E9999}" type="datetime1">
              <a:rPr lang="ko-KR" altLang="en-US" smtClean="0"/>
              <a:t>2021-12-23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D11E6-4EC4-4E0E-B875-D2DEDFFE8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EB129D-C48C-4B94-8F42-BBC9EE4C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7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EBE4C-5757-4DF9-A099-F97CCAAE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1D3E1E-236F-44D9-AF8F-E3C5F91A3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A3ACBE-38A3-4F57-ABE1-F5D7AB418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31C29D-F386-4D4D-90E5-CBBF26E7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3B3-7C75-4C2A-942F-29C23C383D68}" type="datetime1">
              <a:rPr lang="ko-KR" altLang="en-US" smtClean="0"/>
              <a:t>2021-12-23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9FAC8E-40FF-463D-AA50-3FC9D7BC3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E5F84-2DBF-4C8A-A100-82CB84D4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20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53585-66AD-400D-B0E2-9656E7C0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C33ADC-8AC1-4893-B8CA-FCB4C0F6E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DFE2AB-CD53-4083-A1D9-21107F216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3BF89F-47AA-446E-B634-48BEF266C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B56064-6721-4E46-AC90-817C3B977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94FD54E-B3F2-484A-9795-C9579A469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9268-CC97-49B8-90FB-DD8B794FCAB9}" type="datetime1">
              <a:rPr lang="ko-KR" altLang="en-US" smtClean="0"/>
              <a:t>2021-12-23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D08686-DBF0-40B6-8273-302E7A2A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0120F29-A9F9-4BA8-A887-82BBB522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851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668BB-A863-4A7C-927D-CB1C23ED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A9B55D-06E5-45DF-8059-34E7EF52D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5E721-BA45-40CA-9AD9-5636B2BA0929}" type="datetime1">
              <a:rPr lang="ko-KR" altLang="en-US" smtClean="0"/>
              <a:t>2021-12-23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EBCC43-8C51-4B68-B4B2-4BEBE06F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D5AB32-4C56-48E0-B85C-265529F2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21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30C2DA-EFFD-451C-8A24-70F12B0D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14A7-CA27-4C7E-A9BA-91DE9414EE9C}" type="datetime1">
              <a:rPr lang="ko-KR" altLang="en-US" smtClean="0"/>
              <a:t>2021-12-23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60C4DE-8C88-477F-AF9F-9A979598E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3594C0-E824-427A-B6A3-9DF89393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989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50DF9-F428-4B0A-90F7-E1045CC2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FBA4F3-3468-4523-982A-4F7373F94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CEBDE7-04EC-4F50-A116-C7DE658B5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7B3C79-71AB-45A9-8C04-FE10177D5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3773-BA1D-4996-8FC5-4900A59D4223}" type="datetime1">
              <a:rPr lang="ko-KR" altLang="en-US" smtClean="0"/>
              <a:t>2021-12-23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44247F-2871-4B23-89F4-24870EE2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4DF79B-FF97-4875-BC8E-7527B26E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585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A31C82-B8D4-43E7-8A45-02B52B8B8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BA0240-8536-4014-A00D-2856387DCF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379A66-077F-40BD-BAB7-8DA2721B8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948DE5-651B-4879-BE2A-22AE479E0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21E1-E875-4383-8957-70C0BE4A1AF9}" type="datetime1">
              <a:rPr lang="ko-KR" altLang="en-US" smtClean="0"/>
              <a:t>2021-12-23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4CF90C-12B8-44CF-B9D4-F3749DC0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189953-06B0-48B9-8559-1FCA62EA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635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3C1C8-015B-4682-B0CD-63F44D5A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CE70BC-4CEF-4330-BFCF-9C7BFEE08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32DB38-08AD-42A7-A315-FAA2612D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1F4B4-223A-486B-973C-5F4977ED1BF2}" type="datetime1">
              <a:rPr lang="ko-KR" altLang="en-US" smtClean="0"/>
              <a:t>2021-12-23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04E3D1-49F5-4427-803A-EE753050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FDCFC-2E14-4FD7-BC6C-D94599F01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48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933965-1468-4FEF-A70C-CA8368E2A6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01CB79-B8F0-46BD-A0D6-0B8B279DF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A3B596-E5F7-4C36-B1B8-3C98A00D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EC01-E2E6-4F4E-B330-55E8C598DB94}" type="datetime1">
              <a:rPr lang="ko-KR" altLang="en-US" smtClean="0"/>
              <a:t>2021-12-23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693224-E226-4D38-9C38-6DAEEC61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D669B1-F204-4D56-9B4E-F9B61F54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01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DC42C3C-D6B2-4F0F-8FA4-9AC03205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C6F9FA-D127-43EB-AD29-85E22C4C7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0568B-EC24-4A29-A69E-88DC2A2D2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26142DE9-6E7F-4B7E-B5E9-2E0743C3FD71}" type="datetime1">
              <a:rPr lang="ko-KR" altLang="en-US" smtClean="0"/>
              <a:pPr/>
              <a:t>2021-12-23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02BF02-2189-4601-A843-C54529119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577516-76AD-4976-A6E3-E364F86C8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1D1169E2-93EA-4F50-8F12-231B5AD0A00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3202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Git, GitHub </a:t>
            </a:r>
            <a:r>
              <a:rPr lang="ko-KR" altLang="en-US" dirty="0"/>
              <a:t>시작하기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Chapter 0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67327" y="3880852"/>
            <a:ext cx="9400674" cy="2387600"/>
          </a:xfrm>
        </p:spPr>
        <p:txBody>
          <a:bodyPr>
            <a:normAutofit/>
          </a:bodyPr>
          <a:lstStyle/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r>
              <a:rPr lang="en-US" altLang="ko-KR" dirty="0" err="1"/>
              <a:t>DamoaTech</a:t>
            </a:r>
            <a:r>
              <a:rPr lang="en-US" altLang="ko-KR" dirty="0"/>
              <a:t>  </a:t>
            </a:r>
          </a:p>
          <a:p>
            <a:pPr algn="r"/>
            <a:r>
              <a:rPr lang="ko-KR" altLang="en-US" dirty="0"/>
              <a:t>곽태근 연구원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5F392F-73F4-40AD-AB72-4406818C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/>
              <a:t>Git, </a:t>
            </a:r>
            <a:r>
              <a:rPr lang="ko-KR" altLang="en-US"/>
              <a:t>그리고 </a:t>
            </a:r>
            <a:r>
              <a:rPr lang="en-US" altLang="ko-KR"/>
              <a:t>GitHub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버전 관리 </a:t>
            </a:r>
            <a:r>
              <a:rPr lang="en-US" altLang="ko-KR" sz="2000" dirty="0"/>
              <a:t>: </a:t>
            </a:r>
            <a:r>
              <a:rPr lang="ko-KR" altLang="en-US" sz="2000" dirty="0"/>
              <a:t>내가 원하는 시점</a:t>
            </a:r>
            <a:r>
              <a:rPr lang="en-US" altLang="ko-KR" sz="2000" dirty="0"/>
              <a:t>(</a:t>
            </a:r>
            <a:r>
              <a:rPr lang="ko-KR" altLang="en-US" sz="2000" dirty="0"/>
              <a:t>버전</a:t>
            </a:r>
            <a:r>
              <a:rPr lang="en-US" altLang="ko-KR" sz="2000" dirty="0"/>
              <a:t>)</a:t>
            </a:r>
            <a:r>
              <a:rPr lang="ko-KR" altLang="en-US" sz="2000" dirty="0"/>
              <a:t>으로 이동할 수 있게 해주는 것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Git : </a:t>
            </a:r>
            <a:r>
              <a:rPr lang="ko-KR" altLang="en-US" sz="2000" dirty="0"/>
              <a:t>소스코드 버전 관리 시스템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Git</a:t>
            </a:r>
            <a:r>
              <a:rPr lang="ko-KR" altLang="en-US" sz="2000" dirty="0"/>
              <a:t> 사용하는 이유</a:t>
            </a:r>
            <a:r>
              <a:rPr lang="en-US" altLang="ko-KR" sz="2000" dirty="0"/>
              <a:t> : </a:t>
            </a:r>
          </a:p>
          <a:p>
            <a:pPr marL="0" indent="0">
              <a:buNone/>
            </a:pPr>
            <a:r>
              <a:rPr lang="en-US" altLang="ko-KR" sz="2000" dirty="0"/>
              <a:t>1. </a:t>
            </a:r>
            <a:r>
              <a:rPr lang="ko-KR" altLang="en-US" sz="2000" dirty="0"/>
              <a:t>각자 파일의 버전을 관리하기 위해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2. 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팀 프로젝트를 진행할 때 코드 편집이 충돌을 피하기 위해</a:t>
            </a: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r>
              <a:rPr lang="en-US" altLang="ko-KR" sz="2000" dirty="0"/>
              <a:t>3. </a:t>
            </a:r>
            <a:r>
              <a:rPr lang="ko-KR" altLang="en-US" sz="2000" dirty="0"/>
              <a:t>팀 프로젝트를 진행할 때 코드를 합성하는데 편리하기 때문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4. 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원격으로 </a:t>
            </a:r>
            <a:r>
              <a:rPr lang="ko-KR" altLang="en-US" sz="2000" dirty="0"/>
              <a:t>프로젝트를 어디서든 관리하기 편리하기 때문</a:t>
            </a: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</a:t>
            </a:r>
            <a:r>
              <a:rPr lang="en-US" altLang="ko-KR" sz="2000" dirty="0"/>
              <a:t>Hub : Git</a:t>
            </a:r>
            <a:r>
              <a:rPr lang="ko-KR" altLang="en-US" sz="2000" dirty="0"/>
              <a:t>으로 관리하는 프로젝트를 올려놓을 수 있는 </a:t>
            </a:r>
            <a:r>
              <a:rPr lang="en-US" altLang="ko-KR" sz="2000" dirty="0"/>
              <a:t>Git </a:t>
            </a:r>
            <a:r>
              <a:rPr lang="ko-KR" altLang="en-US" sz="2000" dirty="0"/>
              <a:t>호스팅 사이트 </a:t>
            </a:r>
            <a:r>
              <a:rPr lang="en-US" altLang="ko-KR" sz="2000" dirty="0"/>
              <a:t>(</a:t>
            </a:r>
            <a:r>
              <a:rPr lang="ko-KR" altLang="en-US" sz="2000" dirty="0"/>
              <a:t>원격 저장소</a:t>
            </a:r>
            <a:r>
              <a:rPr lang="en-US" altLang="ko-KR" sz="2000" dirty="0"/>
              <a:t>, SaaS)</a:t>
            </a:r>
          </a:p>
          <a:p>
            <a:pPr marL="0" indent="0">
              <a:buNone/>
            </a:pPr>
            <a:r>
              <a:rPr lang="ko-KR" altLang="en-US" sz="2000" dirty="0"/>
              <a:t>서비스형 소프트웨어</a:t>
            </a:r>
            <a:r>
              <a:rPr lang="en-US" altLang="ko-KR" sz="2000" dirty="0"/>
              <a:t>(Software-as-a-Service) : </a:t>
            </a:r>
            <a:r>
              <a:rPr lang="ko-KR" altLang="en-US" sz="2000" dirty="0"/>
              <a:t>소프트웨어를 웹에서 쓸 수 있는 클라우드 컴퓨팅</a:t>
            </a:r>
            <a:endParaRPr lang="ko-KR" altLang="en-US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93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을 설치하고 로컬저장소에서 </a:t>
            </a:r>
            <a:r>
              <a:rPr lang="ko-KR" altLang="en-US" dirty="0" err="1"/>
              <a:t>커밋</a:t>
            </a:r>
            <a:r>
              <a:rPr lang="ko-KR" altLang="en-US" dirty="0"/>
              <a:t> 관리하기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1. Git 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다운로드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2DE36A7-F61E-409E-B80C-841C89FE1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21587"/>
            <a:ext cx="7580626" cy="44553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9578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을 설치하고 로컬저장소에서 </a:t>
            </a:r>
            <a:r>
              <a:rPr lang="ko-KR" altLang="en-US" dirty="0" err="1"/>
              <a:t>커밋</a:t>
            </a:r>
            <a:r>
              <a:rPr lang="ko-KR" altLang="en-US" dirty="0"/>
              <a:t> 관리하기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2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 Git 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다운로드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2899E9-5A93-4E41-B27E-9821E83CD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7362"/>
            <a:ext cx="7678479" cy="4696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00737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을 설치하고 로컬저장소에서 </a:t>
            </a:r>
            <a:r>
              <a:rPr lang="ko-KR" altLang="en-US" dirty="0" err="1"/>
              <a:t>커밋</a:t>
            </a:r>
            <a:r>
              <a:rPr lang="ko-KR" altLang="en-US" dirty="0"/>
              <a:t> 관리하기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3. </a:t>
            </a:r>
            <a:r>
              <a:rPr lang="en-US" altLang="ko-KR" sz="2000" dirty="0"/>
              <a:t>Git</a:t>
            </a:r>
            <a:r>
              <a:rPr lang="ko-KR" altLang="en-US" sz="2000" dirty="0"/>
              <a:t> 실행이 잘되는 확인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CCEB256-EEA6-4FDF-A010-864D6A9D8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423" y="2020644"/>
            <a:ext cx="2286000" cy="3524250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ECD227A-554C-4087-AFFF-DCB60B0F8F5A}"/>
              </a:ext>
            </a:extLst>
          </p:cNvPr>
          <p:cNvSpPr/>
          <p:nvPr/>
        </p:nvSpPr>
        <p:spPr>
          <a:xfrm>
            <a:off x="3655819" y="3417811"/>
            <a:ext cx="657726" cy="729916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9B43A3D-250C-4E99-9D15-75E0E20A0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941" y="1432648"/>
            <a:ext cx="4503911" cy="5173412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CDE19912-B0FD-4916-8BC2-05BE4AB58B5C}"/>
              </a:ext>
            </a:extLst>
          </p:cNvPr>
          <p:cNvSpPr txBox="1">
            <a:spLocks/>
          </p:cNvSpPr>
          <p:nvPr/>
        </p:nvSpPr>
        <p:spPr>
          <a:xfrm>
            <a:off x="9468436" y="3055303"/>
            <a:ext cx="2278760" cy="12784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1800" dirty="0">
                <a:solidFill>
                  <a:srgbClr val="FF0000"/>
                </a:solidFill>
              </a:rPr>
              <a:t>$ git</a:t>
            </a:r>
            <a:r>
              <a:rPr lang="ko-KR" altLang="en-US" sz="1800" dirty="0">
                <a:solidFill>
                  <a:srgbClr val="FF0000"/>
                </a:solidFill>
              </a:rPr>
              <a:t> </a:t>
            </a:r>
            <a:r>
              <a:rPr lang="ko-KR" altLang="en-US" sz="1800" dirty="0"/>
              <a:t>입력</a:t>
            </a:r>
            <a:endParaRPr lang="en-US" altLang="ko-KR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800" dirty="0"/>
              <a:t>내용과 똑같으면 정상</a:t>
            </a:r>
            <a:endParaRPr lang="en-US" altLang="ko-KR" sz="1800" dirty="0"/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DEB7CA3B-93B3-49AC-8486-0D05159F020B}"/>
              </a:ext>
            </a:extLst>
          </p:cNvPr>
          <p:cNvSpPr/>
          <p:nvPr/>
        </p:nvSpPr>
        <p:spPr>
          <a:xfrm>
            <a:off x="10403279" y="3438921"/>
            <a:ext cx="409073" cy="343848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3481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을 설치하고 로컬저장소에서 </a:t>
            </a:r>
            <a:r>
              <a:rPr lang="ko-KR" altLang="en-US" dirty="0" err="1"/>
              <a:t>커밋</a:t>
            </a:r>
            <a:r>
              <a:rPr lang="ko-KR" altLang="en-US" dirty="0"/>
              <a:t> 관리하기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4. </a:t>
            </a:r>
            <a:r>
              <a:rPr lang="ko-KR" altLang="en-US" sz="2000" dirty="0"/>
              <a:t>로컬저장소 만들기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경로 만들기</a:t>
            </a: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en-US" altLang="ko-KR" sz="2000" dirty="0"/>
              <a:t>txt </a:t>
            </a:r>
            <a:r>
              <a:rPr lang="ko-KR" altLang="en-US" sz="2000" dirty="0"/>
              <a:t>파일 만들기 </a:t>
            </a:r>
            <a:r>
              <a:rPr lang="en-US" altLang="ko-KR" sz="2000" dirty="0"/>
              <a:t>( README.txt )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문서에 아래와 같이 입력하기 </a:t>
            </a:r>
            <a:r>
              <a:rPr lang="en-US" altLang="ko-KR" sz="2000" dirty="0"/>
              <a:t>( README.txt )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857F46F-324F-4C55-956C-DA88366905A6}"/>
              </a:ext>
            </a:extLst>
          </p:cNvPr>
          <p:cNvSpPr/>
          <p:nvPr/>
        </p:nvSpPr>
        <p:spPr>
          <a:xfrm>
            <a:off x="838200" y="2119813"/>
            <a:ext cx="5013158" cy="37699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바탕화면 ▶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Programming 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▶ </a:t>
            </a:r>
            <a:r>
              <a:rPr lang="en-US" altLang="ko-KR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iTshirt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-cat</a:t>
            </a:r>
            <a:endParaRPr lang="ko-KR" altLang="en-US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7A70D6B-BCA2-4161-885E-110EDA2E1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46990"/>
            <a:ext cx="7158789" cy="119766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D09858A-55E7-4938-8571-DC4B2935F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394845"/>
            <a:ext cx="2762250" cy="1028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6879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을 설치하고 로컬저장소에서 </a:t>
            </a:r>
            <a:r>
              <a:rPr lang="ko-KR" altLang="en-US" dirty="0" err="1"/>
              <a:t>커밋</a:t>
            </a:r>
            <a:r>
              <a:rPr lang="ko-KR" altLang="en-US" dirty="0"/>
              <a:t> 관리하기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4. </a:t>
            </a:r>
            <a:r>
              <a:rPr lang="ko-KR" altLang="en-US" sz="2000" dirty="0"/>
              <a:t>로컬저장소 만들기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4. [</a:t>
            </a:r>
            <a:r>
              <a:rPr lang="en-US" altLang="ko-KR" sz="2000" dirty="0" err="1"/>
              <a:t>iTshirt</a:t>
            </a:r>
            <a:r>
              <a:rPr lang="en-US" altLang="ko-KR" sz="2000" dirty="0"/>
              <a:t>-cat] </a:t>
            </a:r>
            <a:r>
              <a:rPr lang="ko-KR" altLang="en-US" sz="2000" dirty="0"/>
              <a:t>폴더에서 </a:t>
            </a:r>
            <a:r>
              <a:rPr lang="en-US" altLang="ko-KR" sz="2000" dirty="0"/>
              <a:t>Git bash</a:t>
            </a:r>
            <a:r>
              <a:rPr lang="ko-KR" altLang="en-US" sz="2000" dirty="0"/>
              <a:t> 실행하기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5. </a:t>
            </a:r>
            <a:r>
              <a:rPr lang="en-US" altLang="ko-KR" sz="2000" dirty="0">
                <a:solidFill>
                  <a:srgbClr val="FF0000"/>
                </a:solidFill>
              </a:rPr>
              <a:t>$git </a:t>
            </a:r>
            <a:r>
              <a:rPr lang="en-US" altLang="ko-KR" sz="2000" dirty="0" err="1">
                <a:solidFill>
                  <a:srgbClr val="FF0000"/>
                </a:solidFill>
              </a:rPr>
              <a:t>init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현재 위치 확인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/>
              <a:t>명령어 </a:t>
            </a:r>
            <a:r>
              <a:rPr lang="en-US" altLang="ko-KR" sz="2000" b="1" dirty="0">
                <a:solidFill>
                  <a:srgbClr val="FF0000"/>
                </a:solidFill>
              </a:rPr>
              <a:t>Initialized empty Git repository</a:t>
            </a:r>
            <a:r>
              <a:rPr lang="ko-KR" altLang="en-US" sz="2000" dirty="0"/>
              <a:t> 이 나오면 </a:t>
            </a:r>
            <a:r>
              <a:rPr lang="ko-KR" altLang="en-US" sz="2000" dirty="0" err="1"/>
              <a:t>성공시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en-US" altLang="ko-KR" sz="2000" dirty="0" err="1"/>
              <a:t>iTshirt</a:t>
            </a:r>
            <a:r>
              <a:rPr lang="en-US" altLang="ko-KR" sz="2000" dirty="0"/>
              <a:t>-cat] </a:t>
            </a:r>
            <a:r>
              <a:rPr lang="ko-KR" altLang="en-US" sz="2000" dirty="0"/>
              <a:t>폴더에 </a:t>
            </a:r>
            <a:r>
              <a:rPr lang="en-US" altLang="ko-KR" sz="2000" dirty="0"/>
              <a:t>[.git] </a:t>
            </a:r>
            <a:r>
              <a:rPr lang="ko-KR" altLang="en-US" sz="2000" dirty="0"/>
              <a:t>라는</a:t>
            </a:r>
            <a:r>
              <a:rPr lang="en-US" altLang="ko-KR" sz="2000" dirty="0"/>
              <a:t> </a:t>
            </a:r>
            <a:r>
              <a:rPr lang="ko-KR" altLang="en-US" sz="2000" dirty="0"/>
              <a:t>폴더가 자동으로 생성된다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  <a:r>
              <a:rPr lang="en-US" altLang="ko-KR" sz="2000" dirty="0"/>
              <a:t>[.git] </a:t>
            </a:r>
            <a:r>
              <a:rPr lang="ko-KR" altLang="en-US" sz="2000" dirty="0"/>
              <a:t>폴더를 </a:t>
            </a:r>
            <a:r>
              <a:rPr lang="en-US" altLang="ko-KR" sz="2000" dirty="0"/>
              <a:t>‘</a:t>
            </a:r>
            <a:r>
              <a:rPr lang="ko-KR" altLang="en-US" sz="2000" dirty="0"/>
              <a:t>로컬저장소</a:t>
            </a:r>
            <a:r>
              <a:rPr lang="en-US" altLang="ko-KR" sz="2000" dirty="0"/>
              <a:t>’</a:t>
            </a:r>
            <a:r>
              <a:rPr lang="ko-KR" altLang="en-US" sz="2000" dirty="0"/>
              <a:t>라고 불림</a:t>
            </a: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7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9DA4B7-E692-41CB-9DD5-3CCD07A86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621" y="1464845"/>
            <a:ext cx="1612232" cy="24745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85EDA9D-902D-41C4-80A3-D6ECB19B2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58210"/>
            <a:ext cx="5524500" cy="1847850"/>
          </a:xfrm>
          <a:prstGeom prst="rect">
            <a:avLst/>
          </a:prstGeom>
        </p:spPr>
      </p:pic>
      <p:sp>
        <p:nvSpPr>
          <p:cNvPr id="14" name="곱하기 기호 13">
            <a:extLst>
              <a:ext uri="{FF2B5EF4-FFF2-40B4-BE49-F238E27FC236}">
                <a16:creationId xmlns:a16="http://schemas.microsoft.com/office/drawing/2014/main" id="{25A3B90B-A0B9-401B-B984-A501771B67E7}"/>
              </a:ext>
            </a:extLst>
          </p:cNvPr>
          <p:cNvSpPr/>
          <p:nvPr/>
        </p:nvSpPr>
        <p:spPr>
          <a:xfrm>
            <a:off x="1628274" y="5309004"/>
            <a:ext cx="866274" cy="673768"/>
          </a:xfrm>
          <a:prstGeom prst="mathMultiply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945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을 설치하고 로컬저장소에서 </a:t>
            </a:r>
            <a:r>
              <a:rPr lang="ko-KR" altLang="en-US" dirty="0" err="1"/>
              <a:t>커밋</a:t>
            </a:r>
            <a:r>
              <a:rPr lang="ko-KR" altLang="en-US" dirty="0"/>
              <a:t> 관리하기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 err="1"/>
              <a:t>커밋</a:t>
            </a:r>
            <a:r>
              <a:rPr lang="en-US" altLang="ko-KR" sz="2000" dirty="0"/>
              <a:t>(Commit) : Git</a:t>
            </a:r>
            <a:r>
              <a:rPr lang="ko-KR" altLang="en-US" sz="2000" dirty="0"/>
              <a:t>에서는 생성된 각 버전을 </a:t>
            </a:r>
            <a:r>
              <a:rPr lang="ko-KR" altLang="en-US" sz="2000" dirty="0" err="1"/>
              <a:t>커밋</a:t>
            </a:r>
            <a:r>
              <a:rPr lang="en-US" altLang="ko-KR" sz="2000" dirty="0"/>
              <a:t>(Commit)</a:t>
            </a:r>
            <a:r>
              <a:rPr lang="ko-KR" altLang="en-US" sz="2000" dirty="0"/>
              <a:t>이라고 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로그인 명령어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$ git config --global </a:t>
            </a:r>
            <a:r>
              <a:rPr lang="en-US" altLang="ko-KR" sz="2000" dirty="0" err="1">
                <a:solidFill>
                  <a:srgbClr val="FF0000"/>
                </a:solidFill>
              </a:rPr>
              <a:t>user.email</a:t>
            </a:r>
            <a:r>
              <a:rPr lang="en-US" altLang="ko-KR" sz="2000" dirty="0">
                <a:solidFill>
                  <a:srgbClr val="FF0000"/>
                </a:solidFill>
              </a:rPr>
              <a:t> “GitHub </a:t>
            </a:r>
            <a:r>
              <a:rPr lang="ko-KR" altLang="en-US" sz="2000" dirty="0">
                <a:solidFill>
                  <a:srgbClr val="FF0000"/>
                </a:solidFill>
              </a:rPr>
              <a:t>이메일 주소</a:t>
            </a:r>
            <a:r>
              <a:rPr lang="en-US" altLang="ko-KR" sz="2000" dirty="0">
                <a:solidFill>
                  <a:srgbClr val="FF0000"/>
                </a:solidFill>
              </a:rPr>
              <a:t>” </a:t>
            </a:r>
            <a:r>
              <a:rPr lang="en-US" altLang="ko-KR" sz="2000" dirty="0"/>
              <a:t>: </a:t>
            </a:r>
            <a:r>
              <a:rPr lang="ko-KR" altLang="en-US" sz="2000" dirty="0"/>
              <a:t>이메일 주소 등록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$ git config --global user.name “GitHub User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ID” </a:t>
            </a:r>
            <a:r>
              <a:rPr lang="en-US" altLang="ko-KR" sz="2000" dirty="0"/>
              <a:t>: User ID </a:t>
            </a:r>
            <a:r>
              <a:rPr lang="ko-KR" altLang="en-US" sz="2000" dirty="0"/>
              <a:t>등록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 err="1"/>
              <a:t>커밋에</a:t>
            </a:r>
            <a:r>
              <a:rPr lang="ko-KR" altLang="en-US" sz="2000" dirty="0"/>
              <a:t> 파일 추가 명령어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$ git add README.txt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파일 상세설명 추가 명령어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$ git commit -m “</a:t>
            </a:r>
            <a:r>
              <a:rPr lang="ko-KR" altLang="en-US" sz="2000" dirty="0">
                <a:solidFill>
                  <a:srgbClr val="FF0000"/>
                </a:solidFill>
              </a:rPr>
              <a:t>상세 설명</a:t>
            </a:r>
            <a:r>
              <a:rPr lang="en-US" altLang="ko-KR" sz="2000" dirty="0">
                <a:solidFill>
                  <a:srgbClr val="FF0000"/>
                </a:solidFill>
              </a:rPr>
              <a:t>”</a:t>
            </a:r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5653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을 설치하고 로컬저장소에서 </a:t>
            </a:r>
            <a:r>
              <a:rPr lang="ko-KR" altLang="en-US" dirty="0" err="1"/>
              <a:t>커밋</a:t>
            </a:r>
            <a:r>
              <a:rPr lang="ko-KR" altLang="en-US" dirty="0"/>
              <a:t> 관리하기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5. </a:t>
            </a:r>
            <a:r>
              <a:rPr lang="ko-KR" altLang="en-US" sz="2000" dirty="0" err="1"/>
              <a:t>커밋</a:t>
            </a:r>
            <a:r>
              <a:rPr lang="ko-KR" altLang="en-US" sz="2000" dirty="0"/>
              <a:t> 만들기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en-US" altLang="ko-KR" sz="2000" dirty="0"/>
              <a:t>README.txt </a:t>
            </a:r>
            <a:r>
              <a:rPr lang="ko-KR" altLang="en-US" sz="2000" dirty="0"/>
              <a:t>를 열어서 </a:t>
            </a:r>
            <a:r>
              <a:rPr lang="ko-KR" altLang="en-US" sz="2000" dirty="0" err="1"/>
              <a:t>짱을</a:t>
            </a:r>
            <a:r>
              <a:rPr lang="ko-KR" altLang="en-US" sz="2000" dirty="0"/>
              <a:t> 작성 이후 저장한다</a:t>
            </a:r>
            <a:r>
              <a:rPr lang="en-US" altLang="ko-KR" sz="2000" dirty="0"/>
              <a:t>.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이전과 동일하게 파일을 추가 이후 상세설명을 추가한다</a:t>
            </a:r>
            <a:r>
              <a:rPr lang="en-US" altLang="ko-KR" sz="2000" dirty="0"/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E2BB3F7-9874-4FD2-AB15-1159850FE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98494"/>
            <a:ext cx="2931695" cy="11574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99C08C7-21B7-4C05-B2BE-B5147F7D9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94537"/>
            <a:ext cx="5534025" cy="2257425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F4753E1-AB4E-40B2-B079-E1B27EEAC86D}"/>
              </a:ext>
            </a:extLst>
          </p:cNvPr>
          <p:cNvSpPr/>
          <p:nvPr/>
        </p:nvSpPr>
        <p:spPr>
          <a:xfrm>
            <a:off x="838200" y="5173579"/>
            <a:ext cx="3100137" cy="14437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2C855B7-FBD2-4B9E-8113-9A25E44F42DB}"/>
              </a:ext>
            </a:extLst>
          </p:cNvPr>
          <p:cNvCxnSpPr/>
          <p:nvPr/>
        </p:nvCxnSpPr>
        <p:spPr>
          <a:xfrm flipH="1" flipV="1">
            <a:off x="4018547" y="5317958"/>
            <a:ext cx="1106906" cy="9224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984233E-F9C4-4BD8-8B9C-08E3CB493D58}"/>
              </a:ext>
            </a:extLst>
          </p:cNvPr>
          <p:cNvSpPr txBox="1"/>
          <p:nvPr/>
        </p:nvSpPr>
        <p:spPr>
          <a:xfrm>
            <a:off x="5125454" y="6228707"/>
            <a:ext cx="241433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메시지가 보이면 성공</a:t>
            </a:r>
          </a:p>
        </p:txBody>
      </p:sp>
    </p:spTree>
    <p:extLst>
      <p:ext uri="{BB962C8B-B14F-4D97-AF65-F5344CB8AC3E}">
        <p14:creationId xmlns:p14="http://schemas.microsoft.com/office/powerpoint/2010/main" val="633330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을 설치하고 로컬저장소에서 </a:t>
            </a:r>
            <a:r>
              <a:rPr lang="ko-KR" altLang="en-US" dirty="0" err="1"/>
              <a:t>커밋</a:t>
            </a:r>
            <a:r>
              <a:rPr lang="ko-KR" altLang="en-US" dirty="0"/>
              <a:t> 관리하기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6. </a:t>
            </a:r>
            <a:r>
              <a:rPr lang="ko-KR" altLang="en-US" sz="2000" dirty="0"/>
              <a:t>다른 </a:t>
            </a:r>
            <a:r>
              <a:rPr lang="ko-KR" altLang="en-US" sz="2000" dirty="0" err="1"/>
              <a:t>커밋으로</a:t>
            </a:r>
            <a:r>
              <a:rPr lang="ko-KR" altLang="en-US" sz="2000" dirty="0"/>
              <a:t> 사용해보기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1. </a:t>
            </a:r>
            <a:r>
              <a:rPr lang="en-US" altLang="ko-KR" sz="2000" dirty="0">
                <a:solidFill>
                  <a:srgbClr val="FF0000"/>
                </a:solidFill>
              </a:rPr>
              <a:t>$ git log </a:t>
            </a:r>
            <a:r>
              <a:rPr lang="en-US" altLang="ko-KR" sz="2000" dirty="0"/>
              <a:t>: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/>
              <a:t>명령어를 사용하여</a:t>
            </a:r>
            <a:r>
              <a:rPr lang="en-US" altLang="ko-KR" sz="2000" dirty="0"/>
              <a:t>, </a:t>
            </a:r>
            <a:r>
              <a:rPr lang="ko-KR" altLang="en-US" sz="2000" dirty="0"/>
              <a:t>지금까지 만든 </a:t>
            </a:r>
            <a:r>
              <a:rPr lang="ko-KR" altLang="en-US" sz="2000" dirty="0" err="1"/>
              <a:t>커밋</a:t>
            </a:r>
            <a:r>
              <a:rPr lang="ko-KR" altLang="en-US" sz="2000" dirty="0"/>
              <a:t> 확인하기</a:t>
            </a: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2. </a:t>
            </a:r>
            <a:r>
              <a:rPr lang="en-US" altLang="ko-KR" sz="2000" dirty="0">
                <a:solidFill>
                  <a:srgbClr val="FF0000"/>
                </a:solidFill>
              </a:rPr>
              <a:t>$ git checkout (Commit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ID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7</a:t>
            </a:r>
            <a:r>
              <a:rPr lang="ko-KR" altLang="en-US" sz="2000" dirty="0">
                <a:solidFill>
                  <a:srgbClr val="FF0000"/>
                </a:solidFill>
              </a:rPr>
              <a:t>자리</a:t>
            </a:r>
            <a:r>
              <a:rPr lang="en-US" altLang="ko-KR" sz="2000" dirty="0">
                <a:solidFill>
                  <a:srgbClr val="FF0000"/>
                </a:solidFill>
              </a:rPr>
              <a:t>) </a:t>
            </a:r>
            <a:r>
              <a:rPr lang="en-US" altLang="ko-KR" sz="2000" dirty="0"/>
              <a:t>: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/>
              <a:t>명령어를 사용하여</a:t>
            </a:r>
            <a:r>
              <a:rPr lang="en-US" altLang="ko-KR" sz="2000" dirty="0"/>
              <a:t>, </a:t>
            </a:r>
            <a:r>
              <a:rPr lang="ko-KR" altLang="en-US" sz="2000" dirty="0"/>
              <a:t>버전 이동하기</a:t>
            </a: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10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EB0B1A-0A54-464D-AD0F-DF46F4F10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72992"/>
            <a:ext cx="3517232" cy="20811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CFC4566-B357-4905-B35C-03BB80FF7D8C}"/>
              </a:ext>
            </a:extLst>
          </p:cNvPr>
          <p:cNvSpPr/>
          <p:nvPr/>
        </p:nvSpPr>
        <p:spPr>
          <a:xfrm>
            <a:off x="838200" y="2855716"/>
            <a:ext cx="2313580" cy="85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3E7BA7-C707-4BD2-AF73-2C4874F4C221}"/>
              </a:ext>
            </a:extLst>
          </p:cNvPr>
          <p:cNvSpPr/>
          <p:nvPr/>
        </p:nvSpPr>
        <p:spPr>
          <a:xfrm>
            <a:off x="838199" y="3327460"/>
            <a:ext cx="2052010" cy="85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D5DA171-C7E7-4E71-A926-C9AC445CDDBF}"/>
              </a:ext>
            </a:extLst>
          </p:cNvPr>
          <p:cNvCxnSpPr>
            <a:cxnSpLocks/>
          </p:cNvCxnSpPr>
          <p:nvPr/>
        </p:nvCxnSpPr>
        <p:spPr>
          <a:xfrm flipH="1">
            <a:off x="3176337" y="2898497"/>
            <a:ext cx="184296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C6430D9-3FAB-4B0C-BE87-534A97C94375}"/>
              </a:ext>
            </a:extLst>
          </p:cNvPr>
          <p:cNvCxnSpPr>
            <a:cxnSpLocks/>
          </p:cNvCxnSpPr>
          <p:nvPr/>
        </p:nvCxnSpPr>
        <p:spPr>
          <a:xfrm flipH="1">
            <a:off x="2890209" y="2898497"/>
            <a:ext cx="2153654" cy="47174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78F4F59-2DF2-41BF-98C1-CDAE569F8F4B}"/>
              </a:ext>
            </a:extLst>
          </p:cNvPr>
          <p:cNvSpPr txBox="1"/>
          <p:nvPr/>
        </p:nvSpPr>
        <p:spPr>
          <a:xfrm>
            <a:off x="5043862" y="2572527"/>
            <a:ext cx="21947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Commit ID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(HEAD) :</a:t>
            </a:r>
            <a:r>
              <a:rPr lang="ko-KR" altLang="en-US" dirty="0"/>
              <a:t> 현재 버전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5B23C03-0F70-42F0-B98E-A6672D153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401258"/>
            <a:ext cx="3517233" cy="2230307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07B8E679-D0F0-4257-8779-E3B231EEB2C2}"/>
              </a:ext>
            </a:extLst>
          </p:cNvPr>
          <p:cNvSpPr/>
          <p:nvPr/>
        </p:nvSpPr>
        <p:spPr>
          <a:xfrm>
            <a:off x="838199" y="5248313"/>
            <a:ext cx="970346" cy="1237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CCBA8C2E-A1C3-4EF7-9321-04F651094F73}"/>
              </a:ext>
            </a:extLst>
          </p:cNvPr>
          <p:cNvSpPr/>
          <p:nvPr/>
        </p:nvSpPr>
        <p:spPr>
          <a:xfrm>
            <a:off x="7847949" y="5086102"/>
            <a:ext cx="657726" cy="729916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20C7D36-0AEE-4A0F-A070-36F179587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5965" y="4871933"/>
            <a:ext cx="3103045" cy="11556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7249397-F43C-4761-9344-0AA109A6B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964" y="4870080"/>
            <a:ext cx="2931695" cy="11574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D61A7B6E-F804-47AB-ABB6-500DCC318071}"/>
              </a:ext>
            </a:extLst>
          </p:cNvPr>
          <p:cNvSpPr/>
          <p:nvPr/>
        </p:nvSpPr>
        <p:spPr>
          <a:xfrm>
            <a:off x="4657060" y="4579273"/>
            <a:ext cx="7230139" cy="172820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053B6F-80C8-41F2-85E5-44DBD489744E}"/>
              </a:ext>
            </a:extLst>
          </p:cNvPr>
          <p:cNvSpPr/>
          <p:nvPr/>
        </p:nvSpPr>
        <p:spPr>
          <a:xfrm>
            <a:off x="4805964" y="4401258"/>
            <a:ext cx="1290036" cy="3383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파일 내용</a:t>
            </a:r>
          </a:p>
        </p:txBody>
      </p:sp>
    </p:spTree>
    <p:extLst>
      <p:ext uri="{BB962C8B-B14F-4D97-AF65-F5344CB8AC3E}">
        <p14:creationId xmlns:p14="http://schemas.microsoft.com/office/powerpoint/2010/main" val="1394098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을 설치하고 로컬저장소에서 </a:t>
            </a:r>
            <a:r>
              <a:rPr lang="ko-KR" altLang="en-US" dirty="0" err="1"/>
              <a:t>커밋</a:t>
            </a:r>
            <a:r>
              <a:rPr lang="ko-KR" altLang="en-US" dirty="0"/>
              <a:t> 관리하기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6. </a:t>
            </a:r>
            <a:r>
              <a:rPr lang="ko-KR" altLang="en-US" sz="2000" dirty="0"/>
              <a:t>다른 </a:t>
            </a:r>
            <a:r>
              <a:rPr lang="ko-KR" altLang="en-US" sz="2000" dirty="0" err="1"/>
              <a:t>커밋으로</a:t>
            </a:r>
            <a:r>
              <a:rPr lang="ko-KR" altLang="en-US" sz="2000" dirty="0"/>
              <a:t> 사용해보기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3. </a:t>
            </a:r>
            <a:r>
              <a:rPr lang="en-US" altLang="ko-KR" sz="2000" dirty="0">
                <a:solidFill>
                  <a:srgbClr val="FF0000"/>
                </a:solidFill>
              </a:rPr>
              <a:t>$ git checkout -  </a:t>
            </a:r>
            <a:r>
              <a:rPr lang="en-US" altLang="ko-KR" sz="2000" dirty="0"/>
              <a:t>: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/>
              <a:t>사용하여</a:t>
            </a:r>
            <a:r>
              <a:rPr lang="en-US" altLang="ko-KR" sz="2000" dirty="0"/>
              <a:t>, </a:t>
            </a:r>
            <a:r>
              <a:rPr lang="ko-KR" altLang="en-US" sz="2000" dirty="0"/>
              <a:t>최근 사용한 버전으로 이동하기</a:t>
            </a: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CCBA8C2E-A1C3-4EF7-9321-04F651094F73}"/>
              </a:ext>
            </a:extLst>
          </p:cNvPr>
          <p:cNvSpPr/>
          <p:nvPr/>
        </p:nvSpPr>
        <p:spPr>
          <a:xfrm>
            <a:off x="7769978" y="2767047"/>
            <a:ext cx="657726" cy="729916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20C7D36-0AEE-4A0F-A070-36F179587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011" y="2546512"/>
            <a:ext cx="3103045" cy="11556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7249397-F43C-4761-9344-0AA109A6B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626" y="2544659"/>
            <a:ext cx="2931695" cy="11574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D61A7B6E-F804-47AB-ABB6-500DCC318071}"/>
              </a:ext>
            </a:extLst>
          </p:cNvPr>
          <p:cNvSpPr/>
          <p:nvPr/>
        </p:nvSpPr>
        <p:spPr>
          <a:xfrm>
            <a:off x="4579089" y="2260218"/>
            <a:ext cx="6904073" cy="172820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053B6F-80C8-41F2-85E5-44DBD489744E}"/>
              </a:ext>
            </a:extLst>
          </p:cNvPr>
          <p:cNvSpPr/>
          <p:nvPr/>
        </p:nvSpPr>
        <p:spPr>
          <a:xfrm>
            <a:off x="4727993" y="2082203"/>
            <a:ext cx="1290036" cy="3383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파일 내용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89C6A4F-92BD-4081-8697-9E36B8958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54" y="2082203"/>
            <a:ext cx="3980800" cy="253261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F100FB34-AD98-4E4A-8FAD-E4B839F3F2FD}"/>
              </a:ext>
            </a:extLst>
          </p:cNvPr>
          <p:cNvSpPr/>
          <p:nvPr/>
        </p:nvSpPr>
        <p:spPr>
          <a:xfrm>
            <a:off x="459954" y="3157792"/>
            <a:ext cx="815953" cy="1191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565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원격저장소에 </a:t>
            </a:r>
            <a:r>
              <a:rPr lang="ko-KR" altLang="en-US" dirty="0" err="1"/>
              <a:t>커밋</a:t>
            </a:r>
            <a:r>
              <a:rPr lang="ko-KR" altLang="en-US" dirty="0"/>
              <a:t> 올리기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7. </a:t>
            </a:r>
            <a:r>
              <a:rPr lang="ko-KR" altLang="en-US" sz="2000" dirty="0"/>
              <a:t>원격저장소 만들기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 err="1"/>
              <a:t>레포지토리</a:t>
            </a:r>
            <a:r>
              <a:rPr lang="en-US" altLang="ko-KR" sz="2000" dirty="0"/>
              <a:t>(Repository) : GitHub</a:t>
            </a:r>
            <a:r>
              <a:rPr lang="ko-KR" altLang="en-US" sz="2000" dirty="0"/>
              <a:t>에서 사용하는 원격저장소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en-US" altLang="ko-KR" sz="2000" dirty="0"/>
              <a:t>GitHub</a:t>
            </a:r>
            <a:r>
              <a:rPr lang="ko-KR" altLang="en-US" sz="2000" dirty="0"/>
              <a:t>에서 </a:t>
            </a:r>
            <a:r>
              <a:rPr lang="ko-KR" altLang="en-US" sz="2000" dirty="0" err="1"/>
              <a:t>레포지토리</a:t>
            </a:r>
            <a:r>
              <a:rPr lang="ko-KR" altLang="en-US" sz="2000" dirty="0"/>
              <a:t> 만들기 </a:t>
            </a:r>
            <a:r>
              <a:rPr lang="en-US" altLang="ko-KR" sz="2000" dirty="0"/>
              <a:t>- </a:t>
            </a:r>
            <a:r>
              <a:rPr lang="ko-KR" altLang="en-US" sz="2000" dirty="0"/>
              <a:t>오른쪽 상단의 </a:t>
            </a:r>
            <a:r>
              <a:rPr lang="en-US" altLang="ko-KR" sz="2000" dirty="0"/>
              <a:t>New repository </a:t>
            </a:r>
            <a:r>
              <a:rPr lang="ko-KR" altLang="en-US" sz="2000" dirty="0"/>
              <a:t>클릭</a:t>
            </a: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12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6F7905B-C72B-4FFC-91A0-D86A07974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15324"/>
            <a:ext cx="7465269" cy="300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015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원격저장소에 </a:t>
            </a:r>
            <a:r>
              <a:rPr lang="ko-KR" altLang="en-US" dirty="0" err="1"/>
              <a:t>커밋</a:t>
            </a:r>
            <a:r>
              <a:rPr lang="ko-KR" altLang="en-US" dirty="0"/>
              <a:t> 올리기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2. GitHub New repository </a:t>
            </a:r>
            <a:r>
              <a:rPr lang="ko-KR" altLang="en-US" sz="2000" dirty="0"/>
              <a:t>이름 및 설명 입력 후 </a:t>
            </a:r>
            <a:r>
              <a:rPr lang="en-US" altLang="ko-KR" sz="2000" dirty="0"/>
              <a:t>repository </a:t>
            </a:r>
            <a:r>
              <a:rPr lang="ko-KR" altLang="en-US" sz="2000" dirty="0"/>
              <a:t>만들기</a:t>
            </a: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87BBCC-6CAC-4198-8677-5623ED2A6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2862"/>
            <a:ext cx="4342019" cy="423687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43D0FAF-F3C8-4AFB-A9F9-BE622CE3AF0E}"/>
              </a:ext>
            </a:extLst>
          </p:cNvPr>
          <p:cNvSpPr/>
          <p:nvPr/>
        </p:nvSpPr>
        <p:spPr>
          <a:xfrm>
            <a:off x="2072186" y="2804865"/>
            <a:ext cx="1360825" cy="154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1814F2-A8D0-41F4-B353-961E75538CED}"/>
              </a:ext>
            </a:extLst>
          </p:cNvPr>
          <p:cNvSpPr/>
          <p:nvPr/>
        </p:nvSpPr>
        <p:spPr>
          <a:xfrm>
            <a:off x="1045491" y="3408013"/>
            <a:ext cx="1360825" cy="154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60F3E8F-1097-4A77-96D9-02622F71D296}"/>
              </a:ext>
            </a:extLst>
          </p:cNvPr>
          <p:cNvSpPr/>
          <p:nvPr/>
        </p:nvSpPr>
        <p:spPr>
          <a:xfrm>
            <a:off x="1045491" y="5709845"/>
            <a:ext cx="799352" cy="2257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233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원격저장소에 </a:t>
            </a:r>
            <a:r>
              <a:rPr lang="ko-KR" altLang="en-US" dirty="0" err="1"/>
              <a:t>커밋</a:t>
            </a:r>
            <a:r>
              <a:rPr lang="ko-KR" altLang="en-US" dirty="0"/>
              <a:t> 올리기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3. </a:t>
            </a:r>
            <a:r>
              <a:rPr lang="ko-KR" altLang="en-US" sz="2000" dirty="0"/>
              <a:t>원격 저장소 주소 저장하기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14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226BF3-18FA-4C13-BE97-5ACD97A49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29314"/>
            <a:ext cx="6151391" cy="378969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CD8E21-14F1-4B4F-ABC0-23BD061F686E}"/>
              </a:ext>
            </a:extLst>
          </p:cNvPr>
          <p:cNvSpPr/>
          <p:nvPr/>
        </p:nvSpPr>
        <p:spPr>
          <a:xfrm>
            <a:off x="6328609" y="3015162"/>
            <a:ext cx="585536" cy="2092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D1ABD3-3FDA-49AA-884F-BB018CBF1404}"/>
              </a:ext>
            </a:extLst>
          </p:cNvPr>
          <p:cNvSpPr/>
          <p:nvPr/>
        </p:nvSpPr>
        <p:spPr>
          <a:xfrm>
            <a:off x="6454564" y="3824162"/>
            <a:ext cx="299161" cy="2092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635F755-0A04-4C62-B35C-34E6706F4186}"/>
              </a:ext>
            </a:extLst>
          </p:cNvPr>
          <p:cNvCxnSpPr>
            <a:cxnSpLocks/>
          </p:cNvCxnSpPr>
          <p:nvPr/>
        </p:nvCxnSpPr>
        <p:spPr>
          <a:xfrm flipH="1">
            <a:off x="6761863" y="3928805"/>
            <a:ext cx="585536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072AA1C-1DEA-46C4-9CE0-6684AA7B9E63}"/>
              </a:ext>
            </a:extLst>
          </p:cNvPr>
          <p:cNvSpPr txBox="1"/>
          <p:nvPr/>
        </p:nvSpPr>
        <p:spPr>
          <a:xfrm>
            <a:off x="7347399" y="3744139"/>
            <a:ext cx="11790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/>
              <a:t>주소 복사</a:t>
            </a:r>
          </a:p>
        </p:txBody>
      </p:sp>
    </p:spTree>
    <p:extLst>
      <p:ext uri="{BB962C8B-B14F-4D97-AF65-F5344CB8AC3E}">
        <p14:creationId xmlns:p14="http://schemas.microsoft.com/office/powerpoint/2010/main" val="249028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원격저장소에 </a:t>
            </a:r>
            <a:r>
              <a:rPr lang="ko-KR" altLang="en-US" dirty="0" err="1"/>
              <a:t>커밋</a:t>
            </a:r>
            <a:r>
              <a:rPr lang="ko-KR" altLang="en-US" dirty="0"/>
              <a:t> 올리기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4. [</a:t>
            </a:r>
            <a:r>
              <a:rPr lang="en-US" altLang="ko-KR" sz="2000" dirty="0" err="1"/>
              <a:t>iTshirt</a:t>
            </a:r>
            <a:r>
              <a:rPr lang="en-US" altLang="ko-KR" sz="2000" dirty="0"/>
              <a:t>-cat]</a:t>
            </a:r>
            <a:r>
              <a:rPr lang="ko-KR" altLang="en-US" sz="2000" dirty="0"/>
              <a:t> 폴더 </a:t>
            </a:r>
            <a:r>
              <a:rPr lang="en-US" altLang="ko-KR" sz="2000" dirty="0"/>
              <a:t>Git Bash </a:t>
            </a:r>
            <a:r>
              <a:rPr lang="ko-KR" altLang="en-US" sz="2000" dirty="0"/>
              <a:t>실행 후 </a:t>
            </a:r>
            <a:r>
              <a:rPr lang="en-US" altLang="ko-KR" sz="2000" dirty="0"/>
              <a:t>‘remote</a:t>
            </a:r>
            <a:r>
              <a:rPr lang="ko-KR" altLang="en-US" sz="2000" dirty="0"/>
              <a:t> </a:t>
            </a:r>
            <a:r>
              <a:rPr lang="en-US" altLang="ko-KR" sz="2000" dirty="0"/>
              <a:t>add origin’ </a:t>
            </a:r>
            <a:r>
              <a:rPr lang="ko-KR" altLang="en-US" sz="2000" dirty="0"/>
              <a:t>명령어 입력하기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$ git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remote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add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origin (</a:t>
            </a:r>
            <a:r>
              <a:rPr lang="en-US" altLang="ko-KR" sz="2000" dirty="0" err="1">
                <a:solidFill>
                  <a:srgbClr val="FF0000"/>
                </a:solidFill>
              </a:rPr>
              <a:t>gitHub</a:t>
            </a:r>
            <a:r>
              <a:rPr lang="ko-KR" altLang="en-US" sz="2000" dirty="0">
                <a:solidFill>
                  <a:srgbClr val="FF0000"/>
                </a:solidFill>
              </a:rPr>
              <a:t>주소</a:t>
            </a:r>
            <a:r>
              <a:rPr lang="en-US" altLang="ko-KR" sz="2000" dirty="0">
                <a:solidFill>
                  <a:srgbClr val="FF0000"/>
                </a:solidFill>
              </a:rPr>
              <a:t>) </a:t>
            </a:r>
            <a:r>
              <a:rPr lang="en-US" altLang="ko-KR" sz="2000" dirty="0"/>
              <a:t>: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 err="1"/>
              <a:t>iTshirt</a:t>
            </a:r>
            <a:r>
              <a:rPr lang="ko-KR" altLang="en-US" sz="2000" dirty="0"/>
              <a:t> 원격 저장소 주소 저장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5. </a:t>
            </a:r>
            <a:r>
              <a:rPr lang="ko-KR" altLang="en-US" sz="2000" dirty="0"/>
              <a:t>로컬저장소에 있는 </a:t>
            </a:r>
            <a:r>
              <a:rPr lang="ko-KR" altLang="en-US" sz="2000" dirty="0" err="1"/>
              <a:t>커밋을</a:t>
            </a:r>
            <a:r>
              <a:rPr lang="ko-KR" altLang="en-US" sz="2000" dirty="0"/>
              <a:t> </a:t>
            </a:r>
            <a:r>
              <a:rPr lang="en-US" altLang="ko-KR" sz="2000" dirty="0"/>
              <a:t>Push </a:t>
            </a:r>
            <a:r>
              <a:rPr lang="ko-KR" altLang="en-US" sz="2000" dirty="0"/>
              <a:t>명령어로 원격저장소로 이동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$ git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push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origin master </a:t>
            </a:r>
            <a:r>
              <a:rPr lang="en-US" altLang="ko-KR" sz="2000" dirty="0"/>
              <a:t>: </a:t>
            </a:r>
            <a:r>
              <a:rPr lang="ko-KR" altLang="en-US" sz="2000" dirty="0"/>
              <a:t>현재 </a:t>
            </a:r>
            <a:r>
              <a:rPr lang="en-US" altLang="ko-KR" sz="2000" dirty="0"/>
              <a:t>master </a:t>
            </a:r>
            <a:r>
              <a:rPr lang="ko-KR" altLang="en-US" sz="2000" dirty="0"/>
              <a:t>인 파일을 </a:t>
            </a:r>
            <a:r>
              <a:rPr lang="en-US" altLang="ko-KR" sz="2000" dirty="0"/>
              <a:t>GitHub</a:t>
            </a:r>
            <a:r>
              <a:rPr lang="ko-KR" altLang="en-US" sz="2000" dirty="0"/>
              <a:t>에 업로드 한다</a:t>
            </a:r>
            <a:r>
              <a:rPr lang="en-US" altLang="ko-KR" sz="2000" dirty="0"/>
              <a:t>.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15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6F40AF6-17F7-4410-8FC4-FA635D979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3006"/>
            <a:ext cx="5534025" cy="12477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5EF6D1C-E353-4B57-AB85-2BA4D7326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68136"/>
            <a:ext cx="4540498" cy="263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80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ko-KR" altLang="en-US" dirty="0"/>
              <a:t>원격저장소의</a:t>
            </a:r>
            <a:r>
              <a:rPr lang="en-US" altLang="ko-KR" dirty="0"/>
              <a:t> </a:t>
            </a:r>
            <a:r>
              <a:rPr lang="ko-KR" altLang="en-US" dirty="0" err="1"/>
              <a:t>커밋을</a:t>
            </a:r>
            <a:r>
              <a:rPr lang="ko-KR" altLang="en-US" dirty="0"/>
              <a:t> 로컬저장소에 </a:t>
            </a:r>
            <a:r>
              <a:rPr lang="ko-KR" altLang="en-US" dirty="0" err="1"/>
              <a:t>내려받기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클론</a:t>
            </a:r>
            <a:r>
              <a:rPr lang="en-US" altLang="ko-KR" sz="2000" dirty="0"/>
              <a:t>(Clone) : </a:t>
            </a:r>
            <a:r>
              <a:rPr lang="ko-KR" altLang="en-US" sz="2000" dirty="0"/>
              <a:t>원격저장소의 파일을 내 컴퓨터로 내려 받는 것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1. </a:t>
            </a:r>
            <a:r>
              <a:rPr lang="ko-KR" altLang="en-US" sz="2000" dirty="0"/>
              <a:t>경로 만들기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2. Git Bash </a:t>
            </a:r>
            <a:r>
              <a:rPr lang="ko-KR" altLang="en-US" sz="2000" dirty="0"/>
              <a:t>실행하기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3 .GitHub </a:t>
            </a:r>
            <a:r>
              <a:rPr lang="ko-KR" altLang="en-US" sz="2000" dirty="0"/>
              <a:t>원격저장소의 주소 가져오기 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12C3914-0AEB-4F31-B24F-4672CFB6599D}"/>
              </a:ext>
            </a:extLst>
          </p:cNvPr>
          <p:cNvSpPr/>
          <p:nvPr/>
        </p:nvSpPr>
        <p:spPr>
          <a:xfrm>
            <a:off x="838200" y="2577013"/>
            <a:ext cx="5013158" cy="37699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바탕화면 ▶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Programming 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▶ </a:t>
            </a:r>
            <a:r>
              <a:rPr lang="en-US" altLang="ko-KR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iTshirt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-oct</a:t>
            </a:r>
            <a:endParaRPr lang="ko-KR" altLang="en-US" dirty="0">
              <a:solidFill>
                <a:sysClr val="windowText" lastClr="00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1F3491B-745F-40E1-9986-700470014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96844"/>
            <a:ext cx="3807849" cy="234590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C7FDBD7-300A-4828-9262-B8C556CF2A8E}"/>
              </a:ext>
            </a:extLst>
          </p:cNvPr>
          <p:cNvSpPr/>
          <p:nvPr/>
        </p:nvSpPr>
        <p:spPr>
          <a:xfrm>
            <a:off x="4243135" y="5065598"/>
            <a:ext cx="337098" cy="1295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79FDDE-2133-4E34-9F06-52ED6205293D}"/>
              </a:ext>
            </a:extLst>
          </p:cNvPr>
          <p:cNvSpPr/>
          <p:nvPr/>
        </p:nvSpPr>
        <p:spPr>
          <a:xfrm>
            <a:off x="4310608" y="5583027"/>
            <a:ext cx="206649" cy="1046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1CC821F-159F-47C8-A8BD-ACC473E8439F}"/>
              </a:ext>
            </a:extLst>
          </p:cNvPr>
          <p:cNvCxnSpPr>
            <a:cxnSpLocks/>
          </p:cNvCxnSpPr>
          <p:nvPr/>
        </p:nvCxnSpPr>
        <p:spPr>
          <a:xfrm flipH="1">
            <a:off x="4521830" y="5628070"/>
            <a:ext cx="248438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DD88A8E-2557-4598-A14C-5994CDCE5064}"/>
              </a:ext>
            </a:extLst>
          </p:cNvPr>
          <p:cNvSpPr txBox="1"/>
          <p:nvPr/>
        </p:nvSpPr>
        <p:spPr>
          <a:xfrm>
            <a:off x="4770268" y="5450682"/>
            <a:ext cx="1181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/>
              <a:t>주소 복사</a:t>
            </a:r>
          </a:p>
        </p:txBody>
      </p:sp>
    </p:spTree>
    <p:extLst>
      <p:ext uri="{BB962C8B-B14F-4D97-AF65-F5344CB8AC3E}">
        <p14:creationId xmlns:p14="http://schemas.microsoft.com/office/powerpoint/2010/main" val="2680358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ko-KR" altLang="en-US" dirty="0"/>
              <a:t>원격저장소의</a:t>
            </a:r>
            <a:r>
              <a:rPr lang="en-US" altLang="ko-KR" dirty="0"/>
              <a:t> </a:t>
            </a:r>
            <a:r>
              <a:rPr lang="ko-KR" altLang="en-US" dirty="0" err="1"/>
              <a:t>커밋을</a:t>
            </a:r>
            <a:r>
              <a:rPr lang="ko-KR" altLang="en-US" dirty="0"/>
              <a:t> 로컬저장소에 </a:t>
            </a:r>
            <a:r>
              <a:rPr lang="ko-KR" altLang="en-US" dirty="0" err="1"/>
              <a:t>내려받기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4. ‘$ git</a:t>
            </a:r>
            <a:r>
              <a:rPr lang="ko-KR" altLang="en-US" sz="2000" dirty="0"/>
              <a:t> </a:t>
            </a:r>
            <a:r>
              <a:rPr lang="en-US" altLang="ko-KR" sz="2000" dirty="0"/>
              <a:t>clone</a:t>
            </a:r>
            <a:r>
              <a:rPr lang="ko-KR" altLang="en-US" sz="2000" dirty="0"/>
              <a:t> </a:t>
            </a:r>
            <a:r>
              <a:rPr lang="en-US" altLang="ko-KR" sz="2000" dirty="0"/>
              <a:t>(GitHub </a:t>
            </a:r>
            <a:r>
              <a:rPr lang="ko-KR" altLang="en-US" sz="2000" dirty="0"/>
              <a:t>주소</a:t>
            </a:r>
            <a:r>
              <a:rPr lang="en-US" altLang="ko-KR" sz="2000" dirty="0"/>
              <a:t>) .’ </a:t>
            </a:r>
            <a:r>
              <a:rPr lang="ko-KR" altLang="en-US" sz="2000" dirty="0"/>
              <a:t>명령어 입력하기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$ git</a:t>
            </a:r>
            <a:r>
              <a:rPr lang="ko-KR" altLang="en-US" sz="2000" dirty="0"/>
              <a:t> </a:t>
            </a:r>
            <a:r>
              <a:rPr lang="en-US" altLang="ko-KR" sz="2000" dirty="0"/>
              <a:t>clone</a:t>
            </a:r>
            <a:r>
              <a:rPr lang="ko-KR" altLang="en-US" sz="2000" dirty="0"/>
              <a:t> </a:t>
            </a:r>
            <a:r>
              <a:rPr lang="en-US" altLang="ko-KR" sz="2000" dirty="0"/>
              <a:t>(GitHub </a:t>
            </a:r>
            <a:r>
              <a:rPr lang="ko-KR" altLang="en-US" sz="2000" dirty="0"/>
              <a:t>주소</a:t>
            </a:r>
            <a:r>
              <a:rPr lang="en-US" altLang="ko-KR" sz="2000" dirty="0"/>
              <a:t>) . : </a:t>
            </a:r>
            <a:r>
              <a:rPr lang="ko-KR" altLang="en-US" sz="2000" dirty="0"/>
              <a:t>해당 주소의 업로드 된 파일을 가져온다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결과</a:t>
            </a: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5BC8FB-664B-494C-A1D5-BB55E6BC7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8363"/>
            <a:ext cx="3188368" cy="1940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4C2BACC-EFFC-4228-9142-FCA5C3CE6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05313"/>
            <a:ext cx="6686550" cy="17716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5432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ko-KR" altLang="en-US" dirty="0"/>
              <a:t>원격저장소의</a:t>
            </a:r>
            <a:r>
              <a:rPr lang="en-US" altLang="ko-KR" dirty="0"/>
              <a:t> </a:t>
            </a:r>
            <a:r>
              <a:rPr lang="ko-KR" altLang="en-US" dirty="0" err="1"/>
              <a:t>커밋을</a:t>
            </a:r>
            <a:r>
              <a:rPr lang="ko-KR" altLang="en-US" dirty="0"/>
              <a:t> 로컬저장소에 </a:t>
            </a:r>
            <a:r>
              <a:rPr lang="ko-KR" altLang="en-US" dirty="0" err="1"/>
              <a:t>내려받기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5. </a:t>
            </a:r>
            <a:r>
              <a:rPr lang="ko-KR" altLang="en-US" sz="2000" dirty="0"/>
              <a:t>원격저장소의 새로운 </a:t>
            </a:r>
            <a:r>
              <a:rPr lang="ko-KR" altLang="en-US" sz="2000" dirty="0" err="1"/>
              <a:t>커밋을</a:t>
            </a:r>
            <a:r>
              <a:rPr lang="ko-KR" altLang="en-US" sz="2000" dirty="0"/>
              <a:t> 로컬저장소에 갱신하기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‘$ git pull origin master’ </a:t>
            </a:r>
            <a:r>
              <a:rPr lang="ko-KR" altLang="en-US" sz="2000" dirty="0"/>
              <a:t>명령어 실행하기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$ git pull origin master : </a:t>
            </a:r>
            <a:r>
              <a:rPr lang="ko-KR" altLang="en-US" sz="2000" dirty="0"/>
              <a:t>원격 저장소에 새로운 </a:t>
            </a:r>
            <a:r>
              <a:rPr lang="ko-KR" altLang="en-US" sz="2000" dirty="0" err="1"/>
              <a:t>커밋</a:t>
            </a:r>
            <a:r>
              <a:rPr lang="ko-KR" altLang="en-US" sz="2000" dirty="0"/>
              <a:t> 가져오기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결과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CDBF3EE-FFAD-4E17-BF9E-B83EA79D2E0B}"/>
              </a:ext>
            </a:extLst>
          </p:cNvPr>
          <p:cNvSpPr/>
          <p:nvPr/>
        </p:nvSpPr>
        <p:spPr>
          <a:xfrm>
            <a:off x="838200" y="1609450"/>
            <a:ext cx="6158023" cy="37699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바탕화면 ▶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Programming 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▶ </a:t>
            </a:r>
            <a:r>
              <a:rPr lang="en-US" altLang="ko-KR" dirty="0" err="1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iTshirt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-cat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에서 </a:t>
            </a:r>
            <a:r>
              <a:rPr lang="en-US" altLang="ko-KR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 Bash </a:t>
            </a:r>
            <a:r>
              <a:rPr lang="ko-KR" altLang="en-US" dirty="0">
                <a:solidFill>
                  <a:sysClr val="windowText" lastClr="00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실행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984A7B8-9F0A-4070-98EA-53C45EFE9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346662"/>
            <a:ext cx="2931695" cy="11574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158A9B6-30EC-4A86-B05A-9FA26CA61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182" y="5158633"/>
            <a:ext cx="2781300" cy="1533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78CEA49E-6535-4DB2-9D0C-F37C636F12BE}"/>
              </a:ext>
            </a:extLst>
          </p:cNvPr>
          <p:cNvSpPr/>
          <p:nvPr/>
        </p:nvSpPr>
        <p:spPr>
          <a:xfrm>
            <a:off x="4221126" y="5547940"/>
            <a:ext cx="616688" cy="754912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B29E46B-552B-4134-87FC-D6EA43ED6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97" y="2810703"/>
            <a:ext cx="4218110" cy="186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50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ko-KR" altLang="en-US" dirty="0"/>
              <a:t>원격저장소의 새로운 </a:t>
            </a:r>
            <a:r>
              <a:rPr lang="ko-KR" altLang="en-US" dirty="0" err="1"/>
              <a:t>커밋을</a:t>
            </a:r>
            <a:r>
              <a:rPr lang="ko-KR" altLang="en-US" dirty="0"/>
              <a:t> 로컬저장소에 갱신하기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2600" dirty="0"/>
              <a:t>최종 정리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1900" dirty="0"/>
              <a:t>Git : </a:t>
            </a:r>
            <a:r>
              <a:rPr lang="ko-KR" altLang="en-US" sz="1900" dirty="0"/>
              <a:t>깃이라고 읽고</a:t>
            </a:r>
            <a:r>
              <a:rPr lang="en-US" altLang="ko-KR" sz="1900" dirty="0"/>
              <a:t>, </a:t>
            </a:r>
            <a:r>
              <a:rPr lang="ko-KR" altLang="en-US" sz="1900" dirty="0"/>
              <a:t>버전 관리 시스템이다</a:t>
            </a:r>
            <a:r>
              <a:rPr lang="en-US" altLang="ko-KR" sz="1900" dirty="0"/>
              <a:t>.</a:t>
            </a:r>
          </a:p>
          <a:p>
            <a:pPr marL="0" indent="0">
              <a:buNone/>
            </a:pPr>
            <a:r>
              <a:rPr lang="en-US" altLang="ko-KR" sz="1900" dirty="0"/>
              <a:t>GitHub : </a:t>
            </a:r>
            <a:r>
              <a:rPr lang="ko-KR" altLang="en-US" sz="1900" dirty="0" err="1"/>
              <a:t>깃허브라고</a:t>
            </a:r>
            <a:r>
              <a:rPr lang="ko-KR" altLang="en-US" sz="1900" dirty="0"/>
              <a:t> 읽고</a:t>
            </a:r>
            <a:r>
              <a:rPr lang="en-US" altLang="ko-KR" sz="1900" dirty="0"/>
              <a:t>, Git</a:t>
            </a:r>
            <a:r>
              <a:rPr lang="ko-KR" altLang="en-US" sz="1900" dirty="0"/>
              <a:t>으로 관리하는 프로젝트를 </a:t>
            </a:r>
            <a:r>
              <a:rPr lang="ko-KR" altLang="en-US" sz="1900" dirty="0" err="1"/>
              <a:t>올려둘</a:t>
            </a:r>
            <a:r>
              <a:rPr lang="ko-KR" altLang="en-US" sz="1900" dirty="0"/>
              <a:t> 수 있는 사이트이다</a:t>
            </a:r>
            <a:r>
              <a:rPr lang="en-US" altLang="ko-KR" sz="1900" dirty="0"/>
              <a:t>.</a:t>
            </a:r>
          </a:p>
          <a:p>
            <a:pPr marL="0" indent="0">
              <a:buNone/>
            </a:pPr>
            <a:r>
              <a:rPr lang="en-US" altLang="ko-KR" sz="1900" dirty="0"/>
              <a:t>GUI : </a:t>
            </a:r>
            <a:r>
              <a:rPr lang="ko-KR" altLang="en-US" sz="1900" dirty="0"/>
              <a:t>그래픽 유저 인터페이스</a:t>
            </a:r>
            <a:r>
              <a:rPr lang="en-US" altLang="ko-KR" sz="1900" dirty="0"/>
              <a:t>, </a:t>
            </a:r>
            <a:r>
              <a:rPr lang="ko-KR" altLang="en-US" sz="1900" dirty="0"/>
              <a:t>즉 마우스로 클릭해서 사용하는 방식이다</a:t>
            </a:r>
            <a:r>
              <a:rPr lang="en-US" altLang="ko-KR" sz="1900" dirty="0"/>
              <a:t>.</a:t>
            </a:r>
          </a:p>
          <a:p>
            <a:pPr marL="0" indent="0">
              <a:buNone/>
            </a:pPr>
            <a:r>
              <a:rPr lang="en-US" altLang="ko-KR" sz="1900" dirty="0"/>
              <a:t>CLI : </a:t>
            </a:r>
            <a:r>
              <a:rPr lang="ko-KR" altLang="en-US" sz="1900" dirty="0"/>
              <a:t>커맨드 라인 인터페이스</a:t>
            </a:r>
            <a:r>
              <a:rPr lang="en-US" altLang="ko-KR" sz="1900" dirty="0"/>
              <a:t>, </a:t>
            </a:r>
            <a:r>
              <a:rPr lang="ko-KR" altLang="en-US" sz="1900" dirty="0"/>
              <a:t>즉 명령어를 하나씩 입력하는 방식이다</a:t>
            </a:r>
            <a:r>
              <a:rPr lang="en-US" altLang="ko-KR" sz="1900" dirty="0"/>
              <a:t>.</a:t>
            </a:r>
          </a:p>
          <a:p>
            <a:pPr marL="0" indent="0">
              <a:buNone/>
            </a:pPr>
            <a:r>
              <a:rPr lang="en-US" altLang="ko-KR" sz="1900" dirty="0"/>
              <a:t>Git Bash : CLI </a:t>
            </a:r>
            <a:r>
              <a:rPr lang="ko-KR" altLang="en-US" sz="1900" dirty="0"/>
              <a:t>방식으로 </a:t>
            </a:r>
            <a:r>
              <a:rPr lang="en-US" altLang="ko-KR" sz="1900" dirty="0"/>
              <a:t>Git</a:t>
            </a:r>
            <a:r>
              <a:rPr lang="ko-KR" altLang="en-US" sz="1900" dirty="0"/>
              <a:t>을 사용할 수 있는 환경이다</a:t>
            </a:r>
            <a:r>
              <a:rPr lang="en-US" altLang="ko-KR" sz="1900" dirty="0"/>
              <a:t>.</a:t>
            </a:r>
          </a:p>
          <a:p>
            <a:pPr marL="0" indent="0">
              <a:buNone/>
            </a:pPr>
            <a:r>
              <a:rPr lang="ko-KR" altLang="en-US" sz="1900" dirty="0" err="1"/>
              <a:t>커밋</a:t>
            </a:r>
            <a:r>
              <a:rPr lang="en-US" altLang="ko-KR" sz="1900" dirty="0"/>
              <a:t>(Commit)</a:t>
            </a:r>
            <a:r>
              <a:rPr lang="ko-KR" altLang="en-US" sz="1900" dirty="0"/>
              <a:t> </a:t>
            </a:r>
            <a:r>
              <a:rPr lang="en-US" altLang="ko-KR" sz="1900" dirty="0"/>
              <a:t>: </a:t>
            </a:r>
            <a:r>
              <a:rPr lang="ko-KR" altLang="en-US" sz="1900" dirty="0"/>
              <a:t>버전 관리를 통해 생성된 파일</a:t>
            </a:r>
            <a:r>
              <a:rPr lang="en-US" altLang="ko-KR" sz="1900" dirty="0"/>
              <a:t>, </a:t>
            </a:r>
            <a:r>
              <a:rPr lang="ko-KR" altLang="en-US" sz="1900" dirty="0"/>
              <a:t>혹은 그 행위를 의미한다</a:t>
            </a:r>
            <a:r>
              <a:rPr lang="en-US" altLang="ko-KR" sz="1900" dirty="0"/>
              <a:t>.</a:t>
            </a:r>
          </a:p>
          <a:p>
            <a:pPr marL="0" indent="0">
              <a:buNone/>
            </a:pPr>
            <a:r>
              <a:rPr lang="en-US" altLang="ko-KR" sz="1900" dirty="0"/>
              <a:t>log </a:t>
            </a:r>
            <a:r>
              <a:rPr lang="ko-KR" altLang="en-US" sz="1900" dirty="0"/>
              <a:t>명령어 </a:t>
            </a:r>
            <a:r>
              <a:rPr lang="en-US" altLang="ko-KR" sz="1900" dirty="0"/>
              <a:t>: </a:t>
            </a:r>
            <a:r>
              <a:rPr lang="ko-KR" altLang="en-US" sz="1900" dirty="0"/>
              <a:t>지금까지 만든 </a:t>
            </a:r>
            <a:r>
              <a:rPr lang="ko-KR" altLang="en-US" sz="1900" dirty="0" err="1"/>
              <a:t>커밋을</a:t>
            </a:r>
            <a:r>
              <a:rPr lang="ko-KR" altLang="en-US" sz="1900" dirty="0"/>
              <a:t> 모두 확인한다</a:t>
            </a:r>
            <a:r>
              <a:rPr lang="en-US" altLang="ko-KR" sz="1900" dirty="0"/>
              <a:t>.</a:t>
            </a:r>
          </a:p>
          <a:p>
            <a:pPr marL="0" indent="0">
              <a:buNone/>
            </a:pPr>
            <a:r>
              <a:rPr lang="ko-KR" altLang="en-US" sz="1900" dirty="0" err="1"/>
              <a:t>체크아웃한다</a:t>
            </a:r>
            <a:r>
              <a:rPr lang="ko-KR" altLang="en-US" sz="1900" dirty="0"/>
              <a:t> </a:t>
            </a:r>
            <a:r>
              <a:rPr lang="en-US" altLang="ko-KR" sz="1900" dirty="0"/>
              <a:t>: checkout </a:t>
            </a:r>
            <a:r>
              <a:rPr lang="ko-KR" altLang="en-US" sz="1900" dirty="0"/>
              <a:t>으로 원하는 지점으로 파일을 되돌릴 수 있다</a:t>
            </a:r>
            <a:r>
              <a:rPr lang="en-US" altLang="ko-KR" sz="1900" dirty="0"/>
              <a:t>.</a:t>
            </a:r>
          </a:p>
          <a:p>
            <a:pPr marL="0" indent="0">
              <a:buNone/>
            </a:pPr>
            <a:r>
              <a:rPr lang="ko-KR" altLang="en-US" sz="1900" dirty="0"/>
              <a:t>로컬저장소 </a:t>
            </a:r>
            <a:r>
              <a:rPr lang="en-US" altLang="ko-KR" sz="1900" dirty="0"/>
              <a:t>: Git</a:t>
            </a:r>
            <a:r>
              <a:rPr lang="ko-KR" altLang="en-US" sz="1900" dirty="0"/>
              <a:t>으로 버전 관리하는 내 컴퓨터 안의 폴더를 의미한다</a:t>
            </a:r>
            <a:r>
              <a:rPr lang="en-US" altLang="ko-KR" sz="1900" dirty="0"/>
              <a:t>.</a:t>
            </a:r>
          </a:p>
          <a:p>
            <a:pPr marL="0" indent="0">
              <a:buNone/>
            </a:pPr>
            <a:r>
              <a:rPr lang="ko-KR" altLang="en-US" sz="1900" dirty="0"/>
              <a:t>원격저장소 </a:t>
            </a:r>
            <a:r>
              <a:rPr lang="en-US" altLang="ko-KR" sz="1900" dirty="0"/>
              <a:t>: GitHub</a:t>
            </a:r>
            <a:r>
              <a:rPr lang="ko-KR" altLang="en-US" sz="1900" dirty="0"/>
              <a:t>에서 협업하는 공간</a:t>
            </a:r>
            <a:r>
              <a:rPr lang="en-US" altLang="ko-KR" sz="1900" dirty="0"/>
              <a:t>(</a:t>
            </a:r>
            <a:r>
              <a:rPr lang="ko-KR" altLang="en-US" sz="1900" dirty="0"/>
              <a:t>폴더</a:t>
            </a:r>
            <a:r>
              <a:rPr lang="en-US" altLang="ko-KR" sz="1900" dirty="0"/>
              <a:t>)</a:t>
            </a:r>
            <a:r>
              <a:rPr lang="ko-KR" altLang="en-US" sz="1900" dirty="0"/>
              <a:t>를 의미한다</a:t>
            </a:r>
            <a:r>
              <a:rPr lang="en-US" altLang="ko-KR" sz="1900" dirty="0"/>
              <a:t>.</a:t>
            </a:r>
          </a:p>
          <a:p>
            <a:pPr marL="0" indent="0">
              <a:buNone/>
            </a:pPr>
            <a:r>
              <a:rPr lang="ko-KR" altLang="en-US" sz="1900" dirty="0" err="1"/>
              <a:t>레포지토리</a:t>
            </a:r>
            <a:r>
              <a:rPr lang="en-US" altLang="ko-KR" sz="1900" dirty="0"/>
              <a:t>(repository)</a:t>
            </a:r>
            <a:r>
              <a:rPr lang="ko-KR" altLang="en-US" sz="1900" dirty="0"/>
              <a:t> </a:t>
            </a:r>
            <a:r>
              <a:rPr lang="en-US" altLang="ko-KR" sz="1900" dirty="0"/>
              <a:t>: </a:t>
            </a:r>
            <a:r>
              <a:rPr lang="ko-KR" altLang="en-US" sz="1900" dirty="0"/>
              <a:t>원격저장소를 의미한다</a:t>
            </a:r>
            <a:r>
              <a:rPr lang="en-US" altLang="ko-KR" sz="1900" dirty="0"/>
              <a:t>.</a:t>
            </a:r>
          </a:p>
          <a:p>
            <a:pPr marL="0" indent="0">
              <a:buNone/>
            </a:pPr>
            <a:r>
              <a:rPr lang="ko-KR" altLang="en-US" sz="1900" dirty="0"/>
              <a:t>푸시</a:t>
            </a:r>
            <a:r>
              <a:rPr lang="en-US" altLang="ko-KR" sz="1900" dirty="0"/>
              <a:t>(Push)</a:t>
            </a:r>
            <a:r>
              <a:rPr lang="ko-KR" altLang="en-US" sz="1900" dirty="0"/>
              <a:t> </a:t>
            </a:r>
            <a:r>
              <a:rPr lang="en-US" altLang="ko-KR" sz="1900" dirty="0"/>
              <a:t>: </a:t>
            </a:r>
            <a:r>
              <a:rPr lang="ko-KR" altLang="en-US" sz="1900" dirty="0"/>
              <a:t>로컬저장소의 </a:t>
            </a:r>
            <a:r>
              <a:rPr lang="ko-KR" altLang="en-US" sz="1900" dirty="0" err="1"/>
              <a:t>커밋을</a:t>
            </a:r>
            <a:r>
              <a:rPr lang="ko-KR" altLang="en-US" sz="1900" dirty="0"/>
              <a:t> 원격저장소에 올리는 것이다</a:t>
            </a:r>
            <a:r>
              <a:rPr lang="en-US" altLang="ko-KR" sz="1900" dirty="0"/>
              <a:t>.</a:t>
            </a:r>
          </a:p>
          <a:p>
            <a:pPr marL="0" indent="0">
              <a:buNone/>
            </a:pPr>
            <a:r>
              <a:rPr lang="ko-KR" altLang="en-US" sz="1900" dirty="0"/>
              <a:t>풀</a:t>
            </a:r>
            <a:r>
              <a:rPr lang="en-US" altLang="ko-KR" sz="1900" dirty="0"/>
              <a:t>(Pull)</a:t>
            </a:r>
            <a:r>
              <a:rPr lang="ko-KR" altLang="en-US" sz="1900" dirty="0"/>
              <a:t> </a:t>
            </a:r>
            <a:r>
              <a:rPr lang="en-US" altLang="ko-KR" sz="1900" dirty="0"/>
              <a:t>: </a:t>
            </a:r>
            <a:r>
              <a:rPr lang="ko-KR" altLang="en-US" sz="1900" dirty="0"/>
              <a:t>원격저장소의 </a:t>
            </a:r>
            <a:r>
              <a:rPr lang="ko-KR" altLang="en-US" sz="1900" dirty="0" err="1"/>
              <a:t>커밋을</a:t>
            </a:r>
            <a:r>
              <a:rPr lang="ko-KR" altLang="en-US" sz="1900" dirty="0"/>
              <a:t> 로컬저장소에 </a:t>
            </a:r>
            <a:r>
              <a:rPr lang="ko-KR" altLang="en-US" sz="1900" dirty="0" err="1"/>
              <a:t>내려받는</a:t>
            </a:r>
            <a:r>
              <a:rPr lang="ko-KR" altLang="en-US" sz="1900" dirty="0"/>
              <a:t> 것이다</a:t>
            </a:r>
            <a:r>
              <a:rPr lang="en-US" altLang="ko-KR" sz="1900" dirty="0"/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0568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DCA034-6693-417F-9C39-21E66B49F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C8A55-6E54-457F-ADF8-CC0D4E187917}"/>
              </a:ext>
            </a:extLst>
          </p:cNvPr>
          <p:cNvSpPr txBox="1"/>
          <p:nvPr/>
        </p:nvSpPr>
        <p:spPr>
          <a:xfrm>
            <a:off x="801872" y="2921168"/>
            <a:ext cx="10588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수고하셨습니다</a:t>
            </a:r>
            <a:r>
              <a:rPr lang="en-US" altLang="ko-KR" sz="6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  <a:endParaRPr lang="ko-KR" altLang="en-US" sz="6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4423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1627</TotalTime>
  <Words>832</Words>
  <Application>Microsoft Office PowerPoint</Application>
  <PresentationFormat>와이드스크린</PresentationFormat>
  <Paragraphs>177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넥슨Lv2고딕 Medium</vt:lpstr>
      <vt:lpstr>맑은 고딕</vt:lpstr>
      <vt:lpstr>Arial</vt:lpstr>
      <vt:lpstr>Office 테마</vt:lpstr>
      <vt:lpstr>Git, GitHub 시작하기  Chapter 0</vt:lpstr>
      <vt:lpstr>Git, 그리고 GitHub</vt:lpstr>
      <vt:lpstr>Git을 설치하고 로컬저장소에서 커밋 관리하기</vt:lpstr>
      <vt:lpstr>Git을 설치하고 로컬저장소에서 커밋 관리하기</vt:lpstr>
      <vt:lpstr>Git을 설치하고 로컬저장소에서 커밋 관리하기</vt:lpstr>
      <vt:lpstr>Git을 설치하고 로컬저장소에서 커밋 관리하기</vt:lpstr>
      <vt:lpstr>Git을 설치하고 로컬저장소에서 커밋 관리하기</vt:lpstr>
      <vt:lpstr>Git을 설치하고 로컬저장소에서 커밋 관리하기</vt:lpstr>
      <vt:lpstr>Git을 설치하고 로컬저장소에서 커밋 관리하기</vt:lpstr>
      <vt:lpstr>Git을 설치하고 로컬저장소에서 커밋 관리하기</vt:lpstr>
      <vt:lpstr>Git을 설치하고 로컬저장소에서 커밋 관리하기</vt:lpstr>
      <vt:lpstr>GitHub 원격저장소에 커밋 올리기</vt:lpstr>
      <vt:lpstr>GitHub 원격저장소에 커밋 올리기</vt:lpstr>
      <vt:lpstr>GitHub 원격저장소에 커밋 올리기</vt:lpstr>
      <vt:lpstr>GitHub 원격저장소에 커밋 올리기</vt:lpstr>
      <vt:lpstr>원격저장소의 커밋을 로컬저장소에 내려받기</vt:lpstr>
      <vt:lpstr>원격저장소의 커밋을 로컬저장소에 내려받기</vt:lpstr>
      <vt:lpstr>원격저장소의 커밋을 로컬저장소에 내려받기</vt:lpstr>
      <vt:lpstr>원격저장소의 새로운 커밋을 로컬저장소에 갱신하기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Kwak TaeKeun</cp:lastModifiedBy>
  <cp:revision>12</cp:revision>
  <dcterms:modified xsi:type="dcterms:W3CDTF">2021-12-23T03:24:47Z</dcterms:modified>
</cp:coreProperties>
</file>